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1430000" cy="6972300"/>
  <p:notesSz cx="6858000" cy="9144000"/>
  <p:embeddedFontLst>
    <p:embeddedFont>
      <p:font typeface="Anton" charset="1" panose="00000500000000000000"/>
      <p:regular r:id="rId19"/>
    </p:embeddedFont>
    <p:embeddedFont>
      <p:font typeface="Barlow" charset="1" panose="00000500000000000000"/>
      <p:regular r:id="rId20"/>
    </p:embeddedFont>
    <p:embeddedFont>
      <p:font typeface="IBM Plex Sans Bold" charset="1" panose="020B0803050203000203"/>
      <p:regular r:id="rId21"/>
    </p:embeddedFont>
    <p:embeddedFont>
      <p:font typeface="Horizon" charset="1" panose="02000500000000000000"/>
      <p:regular r:id="rId22"/>
    </p:embeddedFont>
    <p:embeddedFont>
      <p:font typeface="Alice" charset="1" panose="00000500000000000000"/>
      <p:regular r:id="rId23"/>
    </p:embeddedFont>
    <p:embeddedFont>
      <p:font typeface="Yeseva One" charset="1" panose="00000500000000000000"/>
      <p:regular r:id="rId24"/>
    </p:embeddedFont>
    <p:embeddedFont>
      <p:font typeface="Fredoka" charset="1" panose="02000000000000000000"/>
      <p:regular r:id="rId25"/>
    </p:embeddedFont>
    <p:embeddedFont>
      <p:font typeface="Lilita One" charset="1" panose="02000000000000000000"/>
      <p:regular r:id="rId26"/>
    </p:embeddedFont>
    <p:embeddedFont>
      <p:font typeface="Abril Fatface" charset="1" panose="02000503000000020003"/>
      <p:regular r:id="rId27"/>
    </p:embeddedFont>
    <p:embeddedFont>
      <p:font typeface="Open Sans" charset="1" panose="00000000000000000000"/>
      <p:regular r:id="rId28"/>
    </p:embeddedFont>
    <p:embeddedFont>
      <p:font typeface="Brittany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Relationship Id="rId7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2.jpe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5195821" y="-5041703"/>
            <a:ext cx="21608997" cy="16908144"/>
          </a:xfrm>
          <a:custGeom>
            <a:avLst/>
            <a:gdLst/>
            <a:ahLst/>
            <a:cxnLst/>
            <a:rect r="r" b="b" t="t" l="l"/>
            <a:pathLst>
              <a:path h="16908144" w="21608997">
                <a:moveTo>
                  <a:pt x="0" y="0"/>
                </a:moveTo>
                <a:lnTo>
                  <a:pt x="21608997" y="0"/>
                </a:lnTo>
                <a:lnTo>
                  <a:pt x="21608997" y="16908144"/>
                </a:lnTo>
                <a:lnTo>
                  <a:pt x="0" y="16908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5845" y="1030078"/>
            <a:ext cx="11526638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0"/>
              </a:lnSpc>
            </a:pPr>
            <a:r>
              <a:rPr lang="en-US" sz="3100" spc="21">
                <a:solidFill>
                  <a:srgbClr val="F0FCFF"/>
                </a:solidFill>
                <a:latin typeface="Anton"/>
                <a:ea typeface="Anton"/>
                <a:cs typeface="Anton"/>
                <a:sym typeface="Anton"/>
              </a:rPr>
              <a:t>Problem Stattement : </a:t>
            </a:r>
            <a:r>
              <a:rPr lang="en-US" sz="3100" spc="21">
                <a:solidFill>
                  <a:srgbClr val="F0FCFF"/>
                </a:solidFill>
                <a:latin typeface="Anton"/>
                <a:ea typeface="Anton"/>
                <a:cs typeface="Anton"/>
                <a:sym typeface="Anton"/>
              </a:rPr>
              <a:t>Banking Simulation — C Programming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21" y="1572368"/>
            <a:ext cx="28585" cy="30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1103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401" y="1686668"/>
            <a:ext cx="592998" cy="18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4"/>
              </a:lnSpc>
            </a:pPr>
            <a:r>
              <a:rPr lang="en-US" sz="1103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GROUP</a:t>
            </a:r>
            <a:r>
              <a:rPr lang="en-US" sz="110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103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5052" y="1686668"/>
            <a:ext cx="2360133" cy="18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4"/>
              </a:lnSpc>
            </a:pPr>
            <a:r>
              <a:rPr lang="en-US" sz="1103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FOP</a:t>
            </a:r>
            <a:r>
              <a:rPr lang="en-US" sz="110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103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(FOUNDATION</a:t>
            </a:r>
            <a:r>
              <a:rPr lang="en-US" sz="110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103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OF</a:t>
            </a:r>
            <a:r>
              <a:rPr lang="en-US" sz="110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103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PROGRAMMING)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3437" y="2216775"/>
            <a:ext cx="2203790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b="true" sz="1532" spc="10">
                <a:solidFill>
                  <a:srgbClr val="E0E4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Om Sahu (Leader)</a:t>
            </a:r>
          </a:p>
          <a:p>
            <a:pPr algn="l">
              <a:lnSpc>
                <a:spcPts val="3448"/>
              </a:lnSpc>
            </a:pP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PRN: 1262251291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3437" y="5033963"/>
            <a:ext cx="1301502" cy="64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1532" spc="10">
                <a:solidFill>
                  <a:srgbClr val="E0E4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Smit Taware</a:t>
            </a:r>
          </a:p>
          <a:p>
            <a:pPr algn="l">
              <a:lnSpc>
                <a:spcPts val="2565"/>
              </a:lnSpc>
            </a:pPr>
            <a:r>
              <a:rPr lang="en-US" sz="1380" spc="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PRN: 1262252615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1809" y="2452040"/>
            <a:ext cx="35738" cy="30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437" y="3083604"/>
            <a:ext cx="1381982" cy="32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b="true" sz="1532" spc="15">
                <a:solidFill>
                  <a:srgbClr val="E0E4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Haryaksh Laad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01809" y="3423590"/>
            <a:ext cx="35738" cy="30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3437" y="4045629"/>
            <a:ext cx="1897132" cy="33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b="true" sz="1532" spc="10">
                <a:solidFill>
                  <a:srgbClr val="E0E4E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Manjot Singh Narula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01809" y="4395140"/>
            <a:ext cx="35738" cy="31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3437" y="3480740"/>
            <a:ext cx="1337739" cy="24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PRN:</a:t>
            </a:r>
            <a:r>
              <a:rPr lang="en-US" sz="137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1262253392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3437" y="4461815"/>
            <a:ext cx="1342911" cy="24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PRN:</a:t>
            </a:r>
            <a:r>
              <a:rPr lang="en-US" sz="137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37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1262253096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72948"/>
            <a:ext cx="8989535" cy="6429375"/>
            <a:chOff x="0" y="0"/>
            <a:chExt cx="11986047" cy="857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86047" cy="8572500"/>
            </a:xfrm>
            <a:custGeom>
              <a:avLst/>
              <a:gdLst/>
              <a:ahLst/>
              <a:cxnLst/>
              <a:rect r="r" b="b" t="t" l="l"/>
              <a:pathLst>
                <a:path h="8572500" w="11986047">
                  <a:moveTo>
                    <a:pt x="0" y="0"/>
                  </a:moveTo>
                  <a:lnTo>
                    <a:pt x="11986047" y="0"/>
                  </a:lnTo>
                  <a:lnTo>
                    <a:pt x="11986047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38" t="0" r="-373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778503" y="-5496030"/>
            <a:ext cx="22986997" cy="17986372"/>
            <a:chOff x="0" y="0"/>
            <a:chExt cx="22987000" cy="179863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778500" y="5778500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4"/>
                  </a:moveTo>
                  <a:lnTo>
                    <a:pt x="11430000" y="6429374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22860000" cy="17859375"/>
            </a:xfrm>
            <a:custGeom>
              <a:avLst/>
              <a:gdLst/>
              <a:ahLst/>
              <a:cxnLst/>
              <a:rect r="r" b="b" t="t" l="l"/>
              <a:pathLst>
                <a:path h="17859375" w="22860000">
                  <a:moveTo>
                    <a:pt x="2857500" y="12144374"/>
                  </a:moveTo>
                  <a:lnTo>
                    <a:pt x="20002500" y="12144374"/>
                  </a:lnTo>
                  <a:lnTo>
                    <a:pt x="20002500" y="15001875"/>
                  </a:lnTo>
                  <a:lnTo>
                    <a:pt x="17145000" y="15001875"/>
                  </a:lnTo>
                  <a:lnTo>
                    <a:pt x="17145000" y="2857500"/>
                  </a:lnTo>
                  <a:lnTo>
                    <a:pt x="20002500" y="2857500"/>
                  </a:lnTo>
                  <a:lnTo>
                    <a:pt x="20002500" y="5715000"/>
                  </a:lnTo>
                  <a:lnTo>
                    <a:pt x="2857500" y="5715000"/>
                  </a:lnTo>
                  <a:lnTo>
                    <a:pt x="2857500" y="2857500"/>
                  </a:lnTo>
                  <a:lnTo>
                    <a:pt x="5715000" y="2857500"/>
                  </a:lnTo>
                  <a:lnTo>
                    <a:pt x="5715000" y="15001875"/>
                  </a:lnTo>
                  <a:lnTo>
                    <a:pt x="2857500" y="15001875"/>
                  </a:lnTo>
                  <a:lnTo>
                    <a:pt x="2857500" y="12144374"/>
                  </a:lnTo>
                  <a:moveTo>
                    <a:pt x="2857500" y="17859375"/>
                  </a:moveTo>
                  <a:lnTo>
                    <a:pt x="0" y="17859375"/>
                  </a:lnTo>
                  <a:lnTo>
                    <a:pt x="0" y="15001875"/>
                  </a:lnTo>
                  <a:lnTo>
                    <a:pt x="0" y="2857500"/>
                  </a:lnTo>
                  <a:lnTo>
                    <a:pt x="0" y="0"/>
                  </a:lnTo>
                  <a:lnTo>
                    <a:pt x="2857500" y="0"/>
                  </a:lnTo>
                  <a:lnTo>
                    <a:pt x="20002500" y="0"/>
                  </a:lnTo>
                  <a:lnTo>
                    <a:pt x="22860000" y="0"/>
                  </a:lnTo>
                  <a:lnTo>
                    <a:pt x="22860000" y="2857500"/>
                  </a:lnTo>
                  <a:lnTo>
                    <a:pt x="22860000" y="15001875"/>
                  </a:lnTo>
                  <a:lnTo>
                    <a:pt x="22860000" y="17859375"/>
                  </a:lnTo>
                  <a:lnTo>
                    <a:pt x="20002500" y="17859375"/>
                  </a:lnTo>
                  <a:lnTo>
                    <a:pt x="2857500" y="178593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879972" y="2981220"/>
            <a:ext cx="5927722" cy="1279522"/>
          </a:xfrm>
          <a:custGeom>
            <a:avLst/>
            <a:gdLst/>
            <a:ahLst/>
            <a:cxnLst/>
            <a:rect r="r" b="b" t="t" l="l"/>
            <a:pathLst>
              <a:path h="1279522" w="5927722">
                <a:moveTo>
                  <a:pt x="0" y="0"/>
                </a:moveTo>
                <a:lnTo>
                  <a:pt x="5927722" y="0"/>
                </a:lnTo>
                <a:lnTo>
                  <a:pt x="5927722" y="1279522"/>
                </a:lnTo>
                <a:lnTo>
                  <a:pt x="0" y="1279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79972" y="4333770"/>
            <a:ext cx="5927722" cy="1593847"/>
          </a:xfrm>
          <a:custGeom>
            <a:avLst/>
            <a:gdLst/>
            <a:ahLst/>
            <a:cxnLst/>
            <a:rect r="r" b="b" t="t" l="l"/>
            <a:pathLst>
              <a:path h="1593847" w="5927722">
                <a:moveTo>
                  <a:pt x="0" y="0"/>
                </a:moveTo>
                <a:lnTo>
                  <a:pt x="5927722" y="0"/>
                </a:lnTo>
                <a:lnTo>
                  <a:pt x="5927722" y="1593847"/>
                </a:lnTo>
                <a:lnTo>
                  <a:pt x="0" y="15938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74574" y="544058"/>
            <a:ext cx="6204544" cy="163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440" spc="20">
                <a:solidFill>
                  <a:srgbClr val="F0FCFF"/>
                </a:solidFill>
                <a:latin typeface="Horizon"/>
                <a:ea typeface="Horizon"/>
                <a:cs typeface="Horizon"/>
                <a:sym typeface="Horizon"/>
              </a:rPr>
              <a:t>Bank Account Simulation Using 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16232" y="2344979"/>
            <a:ext cx="43904" cy="43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57700" y="4471168"/>
            <a:ext cx="62508" cy="40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1720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85489" y="4916729"/>
            <a:ext cx="4763529" cy="76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1548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The program provides a clear option to exit the system </a:t>
            </a:r>
            <a:r>
              <a:rPr lang="en-US" sz="1548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gracefully.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81427" y="3118618"/>
            <a:ext cx="62508" cy="40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1720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30602" y="3359177"/>
            <a:ext cx="4873303" cy="76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1548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Users can easily deposit, withdraw, and check their </a:t>
            </a:r>
          </a:p>
          <a:p>
            <a:pPr algn="l">
              <a:lnSpc>
                <a:spcPts val="3213"/>
              </a:lnSpc>
            </a:pPr>
            <a:r>
              <a:rPr lang="en-US" sz="1548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balance.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74574" y="2506904"/>
            <a:ext cx="5688285" cy="26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548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Designing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a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16FFBB"/>
                </a:solidFill>
                <a:latin typeface="Lilita One"/>
                <a:ea typeface="Lilita One"/>
                <a:cs typeface="Lilita One"/>
                <a:sym typeface="Lilita One"/>
              </a:rPr>
              <a:t>C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16FFBB"/>
                </a:solidFill>
                <a:latin typeface="Lilita One"/>
                <a:ea typeface="Lilita One"/>
                <a:cs typeface="Lilita One"/>
                <a:sym typeface="Lilita One"/>
              </a:rPr>
              <a:t>program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to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simulate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fundamental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banking</a:t>
            </a:r>
            <a:r>
              <a:rPr lang="en-US" sz="1548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8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operations.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5489" y="4575943"/>
            <a:ext cx="2459682" cy="30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456" indent="-185728" lvl="1">
              <a:lnSpc>
                <a:spcPts val="2408"/>
              </a:lnSpc>
              <a:buFont typeface="Arial"/>
              <a:buChar char="•"/>
            </a:pPr>
            <a:r>
              <a:rPr lang="en-US" sz="1720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System</a:t>
            </a:r>
            <a:r>
              <a:rPr lang="en-US" sz="1720" spc="1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1720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Navigation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85489" y="3095358"/>
            <a:ext cx="3045396" cy="30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456" indent="-185728" lvl="1">
              <a:lnSpc>
                <a:spcPts val="2408"/>
              </a:lnSpc>
              <a:buFont typeface="Arial"/>
              <a:buChar char="•"/>
            </a:pPr>
            <a:r>
              <a:rPr lang="en-US" sz="1720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Core</a:t>
            </a:r>
            <a:r>
              <a:rPr lang="en-US" sz="1720" spc="1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1720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Banking</a:t>
            </a:r>
            <a:r>
              <a:rPr lang="en-US" sz="1720" spc="1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1720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Functions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5778503" y="-5496030"/>
            <a:ext cx="22986997" cy="17986372"/>
          </a:xfrm>
          <a:custGeom>
            <a:avLst/>
            <a:gdLst/>
            <a:ahLst/>
            <a:cxnLst/>
            <a:rect r="r" b="b" t="t" l="l"/>
            <a:pathLst>
              <a:path h="17986372" w="22986997">
                <a:moveTo>
                  <a:pt x="0" y="0"/>
                </a:moveTo>
                <a:lnTo>
                  <a:pt x="22986997" y="0"/>
                </a:lnTo>
                <a:lnTo>
                  <a:pt x="22986997" y="17986372"/>
                </a:lnTo>
                <a:lnTo>
                  <a:pt x="0" y="1798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469" y="664835"/>
            <a:ext cx="629193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925" spc="20">
                <a:solidFill>
                  <a:srgbClr val="F0FCFF"/>
                </a:solidFill>
                <a:latin typeface="Horizon"/>
                <a:ea typeface="Horizon"/>
                <a:cs typeface="Horizon"/>
                <a:sym typeface="Horizon"/>
              </a:rPr>
              <a:t>Project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2620" y="1615430"/>
            <a:ext cx="53132" cy="4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1462" spc="8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8008" y="1584598"/>
            <a:ext cx="93836" cy="4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1754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311" y="2489473"/>
            <a:ext cx="129555" cy="4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1754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035" y="3394348"/>
            <a:ext cx="131787" cy="4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1754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044" y="4299223"/>
            <a:ext cx="135136" cy="4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1754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416" y="5213633"/>
            <a:ext cx="128439" cy="4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1754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6398" y="5211689"/>
            <a:ext cx="2455738" cy="48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sz="2262" spc="15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Logical Thinking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37334" y="5660365"/>
            <a:ext cx="37281" cy="29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6398" y="4327436"/>
            <a:ext cx="2610966" cy="48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sz="2262" spc="15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Looping Concepts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7858" y="4755490"/>
            <a:ext cx="37281" cy="29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398" y="3422561"/>
            <a:ext cx="3485852" cy="48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sz="2262" spc="13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Conditional Statements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21897" y="3850615"/>
            <a:ext cx="37281" cy="29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6398" y="1610435"/>
            <a:ext cx="3780979" cy="49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</a:pPr>
            <a:r>
              <a:rPr lang="en-US" sz="2262" spc="13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Practical</a:t>
            </a:r>
            <a:r>
              <a:rPr lang="en-US" sz="2262" spc="13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2262" spc="13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Implementation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0933" y="2040865"/>
            <a:ext cx="37281" cy="29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6398" y="2487530"/>
            <a:ext cx="4313337" cy="48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sz="2262" spc="13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Simulate Banking Operations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36271" y="2945740"/>
            <a:ext cx="37281" cy="29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6398" y="4737011"/>
            <a:ext cx="4314081" cy="2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Apply iterative structures for repeated actions.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6398" y="3851186"/>
            <a:ext cx="4534049" cy="2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Mastering if-else logic for dynamic program flow.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6398" y="5663889"/>
            <a:ext cx="5405810" cy="2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Enhance problem-solving skills through structured design.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6398" y="2923623"/>
            <a:ext cx="5764932" cy="2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Mimic basic financial transactionsin a controlled environment.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6398" y="2018748"/>
            <a:ext cx="5833095" cy="2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Understand real-world application of C programming concepts.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-5973019" y="-5248413"/>
            <a:ext cx="22986997" cy="17986372"/>
          </a:xfrm>
          <a:custGeom>
            <a:avLst/>
            <a:gdLst/>
            <a:ahLst/>
            <a:cxnLst/>
            <a:rect r="r" b="b" t="t" l="l"/>
            <a:pathLst>
              <a:path h="17986372" w="22986997">
                <a:moveTo>
                  <a:pt x="0" y="0"/>
                </a:moveTo>
                <a:lnTo>
                  <a:pt x="22986997" y="0"/>
                </a:lnTo>
                <a:lnTo>
                  <a:pt x="22986997" y="17986372"/>
                </a:lnTo>
                <a:lnTo>
                  <a:pt x="0" y="1798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5778498" y="-5500635"/>
            <a:ext cx="22986997" cy="17986372"/>
          </a:xfrm>
          <a:custGeom>
            <a:avLst/>
            <a:gdLst/>
            <a:ahLst/>
            <a:cxnLst/>
            <a:rect r="r" b="b" t="t" l="l"/>
            <a:pathLst>
              <a:path h="17986372" w="22986997">
                <a:moveTo>
                  <a:pt x="0" y="0"/>
                </a:moveTo>
                <a:lnTo>
                  <a:pt x="22986996" y="0"/>
                </a:lnTo>
                <a:lnTo>
                  <a:pt x="22986996" y="17986372"/>
                </a:lnTo>
                <a:lnTo>
                  <a:pt x="0" y="1798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8334" y="823074"/>
            <a:ext cx="8075191" cy="569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6"/>
              </a:lnSpc>
            </a:pPr>
            <a:r>
              <a:rPr lang="en-US" sz="3097" spc="18">
                <a:solidFill>
                  <a:srgbClr val="F0FCFF"/>
                </a:solidFill>
                <a:latin typeface="Horizon"/>
                <a:ea typeface="Horizon"/>
                <a:cs typeface="Horizon"/>
                <a:sym typeface="Horizon"/>
              </a:rPr>
              <a:t>Key ‘C’ Concepts Utilised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4339" y="2576836"/>
            <a:ext cx="1720987" cy="105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548" spc="9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Variables</a:t>
            </a:r>
          </a:p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Storing dynamic data within the program.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4339" y="4881886"/>
            <a:ext cx="2004343" cy="35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1548" spc="9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Conditional Statements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3605" y="5250590"/>
            <a:ext cx="39514" cy="32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93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37487" y="2491111"/>
            <a:ext cx="943347" cy="35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1548" spc="9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Data Types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72446" y="2859815"/>
            <a:ext cx="39514" cy="32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93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8488" y="4881886"/>
            <a:ext cx="1006525" cy="35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1548" spc="9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Switch Case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61287" y="5250590"/>
            <a:ext cx="39514" cy="32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93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90625" y="2374071"/>
            <a:ext cx="1812950" cy="35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1548" spc="9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Arithmetic Operators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40409" y="2859815"/>
            <a:ext cx="39514" cy="32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93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2628" y="4881886"/>
            <a:ext cx="2667067" cy="93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1548" spc="9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Loops</a:t>
            </a:r>
          </a:p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Utilising while loops for repetitive tasks.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22974" y="5250590"/>
            <a:ext cx="39514" cy="32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93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43630" y="2491111"/>
            <a:ext cx="1778943" cy="35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1548" spc="9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Relational Operators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84412" y="2859815"/>
            <a:ext cx="39514" cy="32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93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339" y="5317265"/>
            <a:ext cx="2657723" cy="52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Implementing </a:t>
            </a:r>
            <a:r>
              <a:rPr lang="en-US" sz="1393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</a:t>
            </a: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if-else</a:t>
            </a:r>
            <a:r>
              <a:rPr lang="en-US" sz="1393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</a:t>
            </a: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for</a:t>
            </a:r>
            <a:r>
              <a:rPr lang="en-US" sz="1393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</a:t>
            </a: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decision- making.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37487" y="2926490"/>
            <a:ext cx="1720844" cy="79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Using int and float for numerical values.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97909" y="5345896"/>
            <a:ext cx="2245072" cy="4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Handling multiple  choices   </a:t>
            </a:r>
          </a:p>
          <a:p>
            <a:pPr algn="l">
              <a:lnSpc>
                <a:spcPts val="195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efficiently.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90625" y="2824634"/>
            <a:ext cx="1886674" cy="106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Performing calculations like addition and subtraction.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43630" y="2926490"/>
            <a:ext cx="1687413" cy="2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Making</a:t>
            </a:r>
            <a:r>
              <a:rPr lang="en-US" sz="1393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</a:t>
            </a: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comparisons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43630" y="3193190"/>
            <a:ext cx="1305595" cy="2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E0E4E6"/>
                </a:solidFill>
                <a:latin typeface="Abril Fatface"/>
                <a:ea typeface="Abril Fatface"/>
                <a:cs typeface="Abril Fatface"/>
                <a:sym typeface="Abril Fatface"/>
              </a:rPr>
              <a:t>between values.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778503" y="-5496030"/>
            <a:ext cx="22986997" cy="17986372"/>
            <a:chOff x="0" y="0"/>
            <a:chExt cx="22987000" cy="179863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778500" y="5778500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4"/>
                  </a:moveTo>
                  <a:lnTo>
                    <a:pt x="11430000" y="6429374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22860000" cy="17859375"/>
            </a:xfrm>
            <a:custGeom>
              <a:avLst/>
              <a:gdLst/>
              <a:ahLst/>
              <a:cxnLst/>
              <a:rect r="r" b="b" t="t" l="l"/>
              <a:pathLst>
                <a:path h="17859375" w="22860000">
                  <a:moveTo>
                    <a:pt x="2857500" y="12144374"/>
                  </a:moveTo>
                  <a:lnTo>
                    <a:pt x="20002500" y="12144374"/>
                  </a:lnTo>
                  <a:lnTo>
                    <a:pt x="20002500" y="15001875"/>
                  </a:lnTo>
                  <a:lnTo>
                    <a:pt x="17145000" y="15001875"/>
                  </a:lnTo>
                  <a:lnTo>
                    <a:pt x="17145000" y="2857500"/>
                  </a:lnTo>
                  <a:lnTo>
                    <a:pt x="20002500" y="2857500"/>
                  </a:lnTo>
                  <a:lnTo>
                    <a:pt x="20002500" y="5715000"/>
                  </a:lnTo>
                  <a:lnTo>
                    <a:pt x="2857500" y="5715000"/>
                  </a:lnTo>
                  <a:lnTo>
                    <a:pt x="2857500" y="2857500"/>
                  </a:lnTo>
                  <a:lnTo>
                    <a:pt x="5715000" y="2857500"/>
                  </a:lnTo>
                  <a:lnTo>
                    <a:pt x="5715000" y="15001875"/>
                  </a:lnTo>
                  <a:lnTo>
                    <a:pt x="2857500" y="15001875"/>
                  </a:lnTo>
                  <a:lnTo>
                    <a:pt x="2857500" y="12144374"/>
                  </a:lnTo>
                  <a:moveTo>
                    <a:pt x="2857500" y="17859375"/>
                  </a:moveTo>
                  <a:lnTo>
                    <a:pt x="0" y="17859375"/>
                  </a:lnTo>
                  <a:lnTo>
                    <a:pt x="0" y="15001875"/>
                  </a:lnTo>
                  <a:lnTo>
                    <a:pt x="0" y="2857500"/>
                  </a:lnTo>
                  <a:lnTo>
                    <a:pt x="0" y="0"/>
                  </a:lnTo>
                  <a:lnTo>
                    <a:pt x="2857500" y="0"/>
                  </a:lnTo>
                  <a:lnTo>
                    <a:pt x="20002500" y="0"/>
                  </a:lnTo>
                  <a:lnTo>
                    <a:pt x="22860000" y="0"/>
                  </a:lnTo>
                  <a:lnTo>
                    <a:pt x="22860000" y="2857500"/>
                  </a:lnTo>
                  <a:lnTo>
                    <a:pt x="22860000" y="15001875"/>
                  </a:lnTo>
                  <a:lnTo>
                    <a:pt x="22860000" y="17859375"/>
                  </a:lnTo>
                  <a:lnTo>
                    <a:pt x="20002500" y="17859375"/>
                  </a:lnTo>
                  <a:lnTo>
                    <a:pt x="2857500" y="1785937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0083800" y="7778369"/>
              <a:ext cx="1407668" cy="1407795"/>
            </a:xfrm>
            <a:custGeom>
              <a:avLst/>
              <a:gdLst/>
              <a:ahLst/>
              <a:cxnLst/>
              <a:rect r="r" b="b" t="t" l="l"/>
              <a:pathLst>
                <a:path h="1407795" w="1407668">
                  <a:moveTo>
                    <a:pt x="0" y="1407795"/>
                  </a:moveTo>
                  <a:cubicBezTo>
                    <a:pt x="0" y="1384807"/>
                    <a:pt x="635" y="1361694"/>
                    <a:pt x="1651" y="1338706"/>
                  </a:cubicBezTo>
                  <a:cubicBezTo>
                    <a:pt x="2667" y="1315720"/>
                    <a:pt x="4445" y="1292732"/>
                    <a:pt x="6731" y="1269746"/>
                  </a:cubicBezTo>
                  <a:cubicBezTo>
                    <a:pt x="9017" y="1246759"/>
                    <a:pt x="11811" y="1224026"/>
                    <a:pt x="15240" y="1201166"/>
                  </a:cubicBezTo>
                  <a:cubicBezTo>
                    <a:pt x="18669" y="1178306"/>
                    <a:pt x="22606" y="1155700"/>
                    <a:pt x="27051" y="1133094"/>
                  </a:cubicBezTo>
                  <a:cubicBezTo>
                    <a:pt x="31496" y="1110488"/>
                    <a:pt x="36576" y="1088009"/>
                    <a:pt x="42164" y="1065657"/>
                  </a:cubicBezTo>
                  <a:cubicBezTo>
                    <a:pt x="47752" y="1043305"/>
                    <a:pt x="53848" y="1021080"/>
                    <a:pt x="60579" y="999109"/>
                  </a:cubicBezTo>
                  <a:cubicBezTo>
                    <a:pt x="67310" y="977138"/>
                    <a:pt x="74549" y="955167"/>
                    <a:pt x="82296" y="933450"/>
                  </a:cubicBezTo>
                  <a:cubicBezTo>
                    <a:pt x="90043" y="911733"/>
                    <a:pt x="98298" y="890270"/>
                    <a:pt x="107188" y="868934"/>
                  </a:cubicBezTo>
                  <a:cubicBezTo>
                    <a:pt x="116078" y="847598"/>
                    <a:pt x="125349" y="826643"/>
                    <a:pt x="135128" y="805815"/>
                  </a:cubicBezTo>
                  <a:cubicBezTo>
                    <a:pt x="144907" y="784987"/>
                    <a:pt x="155321" y="764413"/>
                    <a:pt x="166243" y="744093"/>
                  </a:cubicBezTo>
                  <a:cubicBezTo>
                    <a:pt x="177165" y="723773"/>
                    <a:pt x="188468" y="703707"/>
                    <a:pt x="200279" y="684022"/>
                  </a:cubicBezTo>
                  <a:cubicBezTo>
                    <a:pt x="212090" y="664337"/>
                    <a:pt x="224409" y="644779"/>
                    <a:pt x="237236" y="625602"/>
                  </a:cubicBezTo>
                  <a:cubicBezTo>
                    <a:pt x="250063" y="606425"/>
                    <a:pt x="263271" y="587629"/>
                    <a:pt x="276987" y="569087"/>
                  </a:cubicBezTo>
                  <a:cubicBezTo>
                    <a:pt x="290703" y="550545"/>
                    <a:pt x="304927" y="532384"/>
                    <a:pt x="319532" y="514604"/>
                  </a:cubicBezTo>
                  <a:cubicBezTo>
                    <a:pt x="334137" y="496824"/>
                    <a:pt x="349123" y="479425"/>
                    <a:pt x="364617" y="462280"/>
                  </a:cubicBezTo>
                  <a:cubicBezTo>
                    <a:pt x="380111" y="445135"/>
                    <a:pt x="395986" y="428498"/>
                    <a:pt x="412242" y="412242"/>
                  </a:cubicBezTo>
                  <a:cubicBezTo>
                    <a:pt x="428498" y="395986"/>
                    <a:pt x="445262" y="380111"/>
                    <a:pt x="462280" y="364617"/>
                  </a:cubicBezTo>
                  <a:cubicBezTo>
                    <a:pt x="479298" y="349123"/>
                    <a:pt x="496824" y="334137"/>
                    <a:pt x="514604" y="319532"/>
                  </a:cubicBezTo>
                  <a:cubicBezTo>
                    <a:pt x="532384" y="304927"/>
                    <a:pt x="550545" y="290703"/>
                    <a:pt x="569087" y="276987"/>
                  </a:cubicBezTo>
                  <a:cubicBezTo>
                    <a:pt x="587629" y="263271"/>
                    <a:pt x="606425" y="250063"/>
                    <a:pt x="625602" y="237236"/>
                  </a:cubicBezTo>
                  <a:cubicBezTo>
                    <a:pt x="644779" y="224409"/>
                    <a:pt x="664210" y="212090"/>
                    <a:pt x="684022" y="200279"/>
                  </a:cubicBezTo>
                  <a:cubicBezTo>
                    <a:pt x="703834" y="188468"/>
                    <a:pt x="723773" y="177038"/>
                    <a:pt x="744093" y="166243"/>
                  </a:cubicBezTo>
                  <a:cubicBezTo>
                    <a:pt x="764413" y="155448"/>
                    <a:pt x="784987" y="145034"/>
                    <a:pt x="805815" y="135128"/>
                  </a:cubicBezTo>
                  <a:cubicBezTo>
                    <a:pt x="826643" y="125222"/>
                    <a:pt x="847725" y="115951"/>
                    <a:pt x="868934" y="107188"/>
                  </a:cubicBezTo>
                  <a:cubicBezTo>
                    <a:pt x="890143" y="98425"/>
                    <a:pt x="911733" y="90043"/>
                    <a:pt x="933450" y="82296"/>
                  </a:cubicBezTo>
                  <a:cubicBezTo>
                    <a:pt x="955167" y="74549"/>
                    <a:pt x="977011" y="67310"/>
                    <a:pt x="999109" y="60579"/>
                  </a:cubicBezTo>
                  <a:cubicBezTo>
                    <a:pt x="1021207" y="53848"/>
                    <a:pt x="1043305" y="47752"/>
                    <a:pt x="1065657" y="42164"/>
                  </a:cubicBezTo>
                  <a:cubicBezTo>
                    <a:pt x="1088009" y="36576"/>
                    <a:pt x="1110488" y="31496"/>
                    <a:pt x="1133094" y="27051"/>
                  </a:cubicBezTo>
                  <a:cubicBezTo>
                    <a:pt x="1155700" y="22606"/>
                    <a:pt x="1178433" y="18669"/>
                    <a:pt x="1201166" y="15240"/>
                  </a:cubicBezTo>
                  <a:cubicBezTo>
                    <a:pt x="1223899" y="11811"/>
                    <a:pt x="1246759" y="9017"/>
                    <a:pt x="1269746" y="6731"/>
                  </a:cubicBezTo>
                  <a:cubicBezTo>
                    <a:pt x="1292733" y="4445"/>
                    <a:pt x="1315593" y="2794"/>
                    <a:pt x="1338580" y="1651"/>
                  </a:cubicBezTo>
                  <a:cubicBezTo>
                    <a:pt x="1361567" y="508"/>
                    <a:pt x="1384554" y="0"/>
                    <a:pt x="1407668" y="0"/>
                  </a:cubicBezTo>
                  <a:lnTo>
                    <a:pt x="1407668" y="105537"/>
                  </a:lnTo>
                  <a:cubicBezTo>
                    <a:pt x="1386332" y="105537"/>
                    <a:pt x="1365123" y="106045"/>
                    <a:pt x="1343787" y="107061"/>
                  </a:cubicBezTo>
                  <a:cubicBezTo>
                    <a:pt x="1322451" y="108077"/>
                    <a:pt x="1301242" y="109728"/>
                    <a:pt x="1280033" y="111760"/>
                  </a:cubicBezTo>
                  <a:cubicBezTo>
                    <a:pt x="1258824" y="113792"/>
                    <a:pt x="1237742" y="116459"/>
                    <a:pt x="1216660" y="119507"/>
                  </a:cubicBezTo>
                  <a:cubicBezTo>
                    <a:pt x="1195578" y="122555"/>
                    <a:pt x="1174623" y="126238"/>
                    <a:pt x="1153668" y="130429"/>
                  </a:cubicBezTo>
                  <a:cubicBezTo>
                    <a:pt x="1132713" y="134620"/>
                    <a:pt x="1112012" y="139192"/>
                    <a:pt x="1091311" y="144399"/>
                  </a:cubicBezTo>
                  <a:cubicBezTo>
                    <a:pt x="1070610" y="149606"/>
                    <a:pt x="1050163" y="155321"/>
                    <a:pt x="1029716" y="161417"/>
                  </a:cubicBezTo>
                  <a:cubicBezTo>
                    <a:pt x="1009269" y="167513"/>
                    <a:pt x="989076" y="174244"/>
                    <a:pt x="969010" y="181483"/>
                  </a:cubicBezTo>
                  <a:cubicBezTo>
                    <a:pt x="948944" y="188722"/>
                    <a:pt x="929132" y="196342"/>
                    <a:pt x="909447" y="204470"/>
                  </a:cubicBezTo>
                  <a:cubicBezTo>
                    <a:pt x="889762" y="212598"/>
                    <a:pt x="870331" y="221234"/>
                    <a:pt x="851027" y="230378"/>
                  </a:cubicBezTo>
                  <a:cubicBezTo>
                    <a:pt x="831723" y="239522"/>
                    <a:pt x="812800" y="249047"/>
                    <a:pt x="794004" y="259080"/>
                  </a:cubicBezTo>
                  <a:cubicBezTo>
                    <a:pt x="775208" y="269113"/>
                    <a:pt x="756666" y="279654"/>
                    <a:pt x="738378" y="290576"/>
                  </a:cubicBezTo>
                  <a:cubicBezTo>
                    <a:pt x="720090" y="301498"/>
                    <a:pt x="702056" y="312928"/>
                    <a:pt x="684403" y="324739"/>
                  </a:cubicBezTo>
                  <a:cubicBezTo>
                    <a:pt x="666750" y="336550"/>
                    <a:pt x="649224" y="348869"/>
                    <a:pt x="632206" y="361569"/>
                  </a:cubicBezTo>
                  <a:cubicBezTo>
                    <a:pt x="615188" y="374269"/>
                    <a:pt x="598297" y="387350"/>
                    <a:pt x="581787" y="400939"/>
                  </a:cubicBezTo>
                  <a:cubicBezTo>
                    <a:pt x="565277" y="414528"/>
                    <a:pt x="549148" y="428371"/>
                    <a:pt x="533400" y="442722"/>
                  </a:cubicBezTo>
                  <a:cubicBezTo>
                    <a:pt x="517652" y="457073"/>
                    <a:pt x="502158" y="471678"/>
                    <a:pt x="487172" y="486791"/>
                  </a:cubicBezTo>
                  <a:cubicBezTo>
                    <a:pt x="472186" y="501904"/>
                    <a:pt x="457454" y="517271"/>
                    <a:pt x="443103" y="533019"/>
                  </a:cubicBezTo>
                  <a:cubicBezTo>
                    <a:pt x="428752" y="548767"/>
                    <a:pt x="414909" y="564896"/>
                    <a:pt x="401320" y="581406"/>
                  </a:cubicBezTo>
                  <a:cubicBezTo>
                    <a:pt x="387731" y="597916"/>
                    <a:pt x="374650" y="614680"/>
                    <a:pt x="361950" y="631825"/>
                  </a:cubicBezTo>
                  <a:cubicBezTo>
                    <a:pt x="349250" y="648970"/>
                    <a:pt x="336931" y="666369"/>
                    <a:pt x="325120" y="684022"/>
                  </a:cubicBezTo>
                  <a:cubicBezTo>
                    <a:pt x="313309" y="701675"/>
                    <a:pt x="301879" y="719709"/>
                    <a:pt x="290957" y="737997"/>
                  </a:cubicBezTo>
                  <a:cubicBezTo>
                    <a:pt x="280035" y="756285"/>
                    <a:pt x="269494" y="774827"/>
                    <a:pt x="259461" y="793623"/>
                  </a:cubicBezTo>
                  <a:cubicBezTo>
                    <a:pt x="249428" y="812419"/>
                    <a:pt x="239903" y="831469"/>
                    <a:pt x="230759" y="850646"/>
                  </a:cubicBezTo>
                  <a:cubicBezTo>
                    <a:pt x="221615" y="869823"/>
                    <a:pt x="212979" y="889381"/>
                    <a:pt x="204851" y="909066"/>
                  </a:cubicBezTo>
                  <a:cubicBezTo>
                    <a:pt x="196723" y="928751"/>
                    <a:pt x="189103" y="948563"/>
                    <a:pt x="181864" y="968629"/>
                  </a:cubicBezTo>
                  <a:cubicBezTo>
                    <a:pt x="174625" y="988695"/>
                    <a:pt x="168021" y="1008888"/>
                    <a:pt x="161798" y="1029335"/>
                  </a:cubicBezTo>
                  <a:cubicBezTo>
                    <a:pt x="155575" y="1049782"/>
                    <a:pt x="149987" y="1070229"/>
                    <a:pt x="144780" y="1090930"/>
                  </a:cubicBezTo>
                  <a:cubicBezTo>
                    <a:pt x="139573" y="1111631"/>
                    <a:pt x="135001" y="1132332"/>
                    <a:pt x="130810" y="1153287"/>
                  </a:cubicBezTo>
                  <a:cubicBezTo>
                    <a:pt x="126619" y="1174242"/>
                    <a:pt x="123063" y="1195197"/>
                    <a:pt x="119888" y="1216279"/>
                  </a:cubicBezTo>
                  <a:cubicBezTo>
                    <a:pt x="116713" y="1237361"/>
                    <a:pt x="114173" y="1258570"/>
                    <a:pt x="112014" y="1279652"/>
                  </a:cubicBezTo>
                  <a:cubicBezTo>
                    <a:pt x="109855" y="1300733"/>
                    <a:pt x="108331" y="1322070"/>
                    <a:pt x="107315" y="1343406"/>
                  </a:cubicBezTo>
                  <a:cubicBezTo>
                    <a:pt x="106299" y="1364741"/>
                    <a:pt x="105791" y="1385951"/>
                    <a:pt x="105791" y="1407287"/>
                  </a:cubicBezTo>
                  <a:lnTo>
                    <a:pt x="0" y="1407287"/>
                  </a:ln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071481" y="7766558"/>
              <a:ext cx="1432052" cy="1432051"/>
            </a:xfrm>
            <a:custGeom>
              <a:avLst/>
              <a:gdLst/>
              <a:ahLst/>
              <a:cxnLst/>
              <a:rect r="r" b="b" t="t" l="l"/>
              <a:pathLst>
                <a:path h="1432051" w="1432052">
                  <a:moveTo>
                    <a:pt x="0" y="1419606"/>
                  </a:moveTo>
                  <a:cubicBezTo>
                    <a:pt x="0" y="1396365"/>
                    <a:pt x="635" y="1373124"/>
                    <a:pt x="1779" y="1349883"/>
                  </a:cubicBezTo>
                  <a:cubicBezTo>
                    <a:pt x="2921" y="1326642"/>
                    <a:pt x="4572" y="1303527"/>
                    <a:pt x="6858" y="1280414"/>
                  </a:cubicBezTo>
                  <a:lnTo>
                    <a:pt x="19050" y="1281684"/>
                  </a:lnTo>
                  <a:lnTo>
                    <a:pt x="6858" y="1280541"/>
                  </a:lnTo>
                  <a:cubicBezTo>
                    <a:pt x="9144" y="1257427"/>
                    <a:pt x="11938" y="1234313"/>
                    <a:pt x="15368" y="1211326"/>
                  </a:cubicBezTo>
                  <a:lnTo>
                    <a:pt x="27559" y="1213104"/>
                  </a:lnTo>
                  <a:lnTo>
                    <a:pt x="15368" y="1211326"/>
                  </a:lnTo>
                  <a:cubicBezTo>
                    <a:pt x="18796" y="1188339"/>
                    <a:pt x="22733" y="1165479"/>
                    <a:pt x="27306" y="1142619"/>
                  </a:cubicBezTo>
                  <a:cubicBezTo>
                    <a:pt x="31877" y="1119886"/>
                    <a:pt x="36957" y="1097153"/>
                    <a:pt x="42545" y="1074674"/>
                  </a:cubicBezTo>
                  <a:cubicBezTo>
                    <a:pt x="48133" y="1052195"/>
                    <a:pt x="54357" y="1029716"/>
                    <a:pt x="61087" y="1007491"/>
                  </a:cubicBezTo>
                  <a:lnTo>
                    <a:pt x="72898" y="1011047"/>
                  </a:lnTo>
                  <a:lnTo>
                    <a:pt x="61087" y="1007491"/>
                  </a:lnTo>
                  <a:cubicBezTo>
                    <a:pt x="67819" y="985266"/>
                    <a:pt x="75057" y="963168"/>
                    <a:pt x="82932" y="941324"/>
                  </a:cubicBezTo>
                  <a:lnTo>
                    <a:pt x="94488" y="945515"/>
                  </a:lnTo>
                  <a:lnTo>
                    <a:pt x="82932" y="941324"/>
                  </a:lnTo>
                  <a:cubicBezTo>
                    <a:pt x="90806" y="919480"/>
                    <a:pt x="99187" y="897763"/>
                    <a:pt x="108077" y="876300"/>
                  </a:cubicBezTo>
                  <a:lnTo>
                    <a:pt x="119381" y="880999"/>
                  </a:lnTo>
                  <a:lnTo>
                    <a:pt x="108077" y="876300"/>
                  </a:lnTo>
                  <a:cubicBezTo>
                    <a:pt x="116968" y="854837"/>
                    <a:pt x="126366" y="833628"/>
                    <a:pt x="136271" y="812546"/>
                  </a:cubicBezTo>
                  <a:cubicBezTo>
                    <a:pt x="146177" y="791591"/>
                    <a:pt x="156592" y="770763"/>
                    <a:pt x="167641" y="750316"/>
                  </a:cubicBezTo>
                  <a:lnTo>
                    <a:pt x="178435" y="756158"/>
                  </a:lnTo>
                  <a:lnTo>
                    <a:pt x="167641" y="750316"/>
                  </a:lnTo>
                  <a:cubicBezTo>
                    <a:pt x="178562" y="729869"/>
                    <a:pt x="189993" y="709676"/>
                    <a:pt x="201931" y="689737"/>
                  </a:cubicBezTo>
                  <a:cubicBezTo>
                    <a:pt x="213869" y="669798"/>
                    <a:pt x="226314" y="650240"/>
                    <a:pt x="239269" y="630809"/>
                  </a:cubicBezTo>
                  <a:lnTo>
                    <a:pt x="249429" y="637667"/>
                  </a:lnTo>
                  <a:lnTo>
                    <a:pt x="239269" y="630809"/>
                  </a:lnTo>
                  <a:cubicBezTo>
                    <a:pt x="252222" y="611505"/>
                    <a:pt x="265557" y="592455"/>
                    <a:pt x="279400" y="573786"/>
                  </a:cubicBezTo>
                  <a:cubicBezTo>
                    <a:pt x="293244" y="555117"/>
                    <a:pt x="307594" y="536829"/>
                    <a:pt x="322326" y="518795"/>
                  </a:cubicBezTo>
                  <a:cubicBezTo>
                    <a:pt x="337058" y="500888"/>
                    <a:pt x="352298" y="483235"/>
                    <a:pt x="367793" y="466090"/>
                  </a:cubicBezTo>
                  <a:lnTo>
                    <a:pt x="376936" y="474345"/>
                  </a:lnTo>
                  <a:lnTo>
                    <a:pt x="367793" y="466090"/>
                  </a:lnTo>
                  <a:cubicBezTo>
                    <a:pt x="383413" y="448818"/>
                    <a:pt x="399416" y="432054"/>
                    <a:pt x="415798" y="415671"/>
                  </a:cubicBezTo>
                  <a:lnTo>
                    <a:pt x="424434" y="424307"/>
                  </a:lnTo>
                  <a:lnTo>
                    <a:pt x="415798" y="415671"/>
                  </a:lnTo>
                  <a:cubicBezTo>
                    <a:pt x="432182" y="399288"/>
                    <a:pt x="449072" y="383286"/>
                    <a:pt x="466218" y="367665"/>
                  </a:cubicBezTo>
                  <a:cubicBezTo>
                    <a:pt x="483489" y="352044"/>
                    <a:pt x="501016" y="336931"/>
                    <a:pt x="519049" y="322199"/>
                  </a:cubicBezTo>
                  <a:lnTo>
                    <a:pt x="526796" y="331724"/>
                  </a:lnTo>
                  <a:lnTo>
                    <a:pt x="519049" y="322199"/>
                  </a:lnTo>
                  <a:cubicBezTo>
                    <a:pt x="536957" y="307467"/>
                    <a:pt x="555371" y="293116"/>
                    <a:pt x="574041" y="279273"/>
                  </a:cubicBezTo>
                  <a:cubicBezTo>
                    <a:pt x="592709" y="265430"/>
                    <a:pt x="611632" y="252095"/>
                    <a:pt x="631063" y="239141"/>
                  </a:cubicBezTo>
                  <a:cubicBezTo>
                    <a:pt x="650368" y="226187"/>
                    <a:pt x="670052" y="213868"/>
                    <a:pt x="689864" y="201803"/>
                  </a:cubicBezTo>
                  <a:lnTo>
                    <a:pt x="696214" y="212344"/>
                  </a:lnTo>
                  <a:lnTo>
                    <a:pt x="689864" y="201803"/>
                  </a:lnTo>
                  <a:cubicBezTo>
                    <a:pt x="709804" y="189865"/>
                    <a:pt x="729996" y="178435"/>
                    <a:pt x="750444" y="167513"/>
                  </a:cubicBezTo>
                  <a:cubicBezTo>
                    <a:pt x="770891" y="156591"/>
                    <a:pt x="791719" y="146177"/>
                    <a:pt x="812673" y="136144"/>
                  </a:cubicBezTo>
                  <a:cubicBezTo>
                    <a:pt x="833629" y="126238"/>
                    <a:pt x="854964" y="116840"/>
                    <a:pt x="876427" y="107950"/>
                  </a:cubicBezTo>
                  <a:lnTo>
                    <a:pt x="881126" y="119253"/>
                  </a:lnTo>
                  <a:lnTo>
                    <a:pt x="876427" y="107950"/>
                  </a:lnTo>
                  <a:cubicBezTo>
                    <a:pt x="897891" y="99060"/>
                    <a:pt x="919607" y="90678"/>
                    <a:pt x="941451" y="82804"/>
                  </a:cubicBezTo>
                  <a:lnTo>
                    <a:pt x="945643" y="94361"/>
                  </a:lnTo>
                  <a:lnTo>
                    <a:pt x="941451" y="82804"/>
                  </a:lnTo>
                  <a:cubicBezTo>
                    <a:pt x="963295" y="74930"/>
                    <a:pt x="985394" y="67691"/>
                    <a:pt x="1007619" y="60960"/>
                  </a:cubicBezTo>
                  <a:lnTo>
                    <a:pt x="1011174" y="72771"/>
                  </a:lnTo>
                  <a:lnTo>
                    <a:pt x="1007619" y="60960"/>
                  </a:lnTo>
                  <a:cubicBezTo>
                    <a:pt x="1029844" y="54229"/>
                    <a:pt x="1052195" y="48006"/>
                    <a:pt x="1074801" y="42418"/>
                  </a:cubicBezTo>
                  <a:cubicBezTo>
                    <a:pt x="1097281" y="36830"/>
                    <a:pt x="1120013" y="31623"/>
                    <a:pt x="1142746" y="27178"/>
                  </a:cubicBezTo>
                  <a:lnTo>
                    <a:pt x="1145159" y="39243"/>
                  </a:lnTo>
                  <a:lnTo>
                    <a:pt x="1142746" y="27178"/>
                  </a:lnTo>
                  <a:cubicBezTo>
                    <a:pt x="1165480" y="22606"/>
                    <a:pt x="1188467" y="18669"/>
                    <a:pt x="1211454" y="15240"/>
                  </a:cubicBezTo>
                  <a:cubicBezTo>
                    <a:pt x="1234441" y="11811"/>
                    <a:pt x="1257555" y="9017"/>
                    <a:pt x="1280669" y="6731"/>
                  </a:cubicBezTo>
                  <a:lnTo>
                    <a:pt x="1281811" y="18923"/>
                  </a:lnTo>
                  <a:lnTo>
                    <a:pt x="1280669" y="6731"/>
                  </a:lnTo>
                  <a:cubicBezTo>
                    <a:pt x="1303782" y="4445"/>
                    <a:pt x="1327023" y="2794"/>
                    <a:pt x="1350137" y="1651"/>
                  </a:cubicBezTo>
                  <a:cubicBezTo>
                    <a:pt x="1373379" y="508"/>
                    <a:pt x="1396619" y="0"/>
                    <a:pt x="1419733" y="0"/>
                  </a:cubicBezTo>
                  <a:cubicBezTo>
                    <a:pt x="1426464" y="0"/>
                    <a:pt x="1432052" y="5461"/>
                    <a:pt x="1432052" y="12319"/>
                  </a:cubicBezTo>
                  <a:lnTo>
                    <a:pt x="1432052" y="117856"/>
                  </a:lnTo>
                  <a:cubicBezTo>
                    <a:pt x="1432052" y="124587"/>
                    <a:pt x="1426592" y="130175"/>
                    <a:pt x="1419733" y="130175"/>
                  </a:cubicBezTo>
                  <a:cubicBezTo>
                    <a:pt x="1398651" y="130175"/>
                    <a:pt x="1377569" y="130683"/>
                    <a:pt x="1356487" y="131699"/>
                  </a:cubicBezTo>
                  <a:lnTo>
                    <a:pt x="1355852" y="119380"/>
                  </a:lnTo>
                  <a:lnTo>
                    <a:pt x="1356487" y="131699"/>
                  </a:lnTo>
                  <a:cubicBezTo>
                    <a:pt x="1335406" y="132715"/>
                    <a:pt x="1314323" y="134239"/>
                    <a:pt x="1293369" y="136398"/>
                  </a:cubicBezTo>
                  <a:cubicBezTo>
                    <a:pt x="1272413" y="138430"/>
                    <a:pt x="1251458" y="141097"/>
                    <a:pt x="1230504" y="144145"/>
                  </a:cubicBezTo>
                  <a:lnTo>
                    <a:pt x="1228725" y="131953"/>
                  </a:lnTo>
                  <a:lnTo>
                    <a:pt x="1230504" y="144145"/>
                  </a:lnTo>
                  <a:cubicBezTo>
                    <a:pt x="1209675" y="147193"/>
                    <a:pt x="1188847" y="150876"/>
                    <a:pt x="1168146" y="154940"/>
                  </a:cubicBezTo>
                  <a:lnTo>
                    <a:pt x="1165733" y="142875"/>
                  </a:lnTo>
                  <a:lnTo>
                    <a:pt x="1168146" y="154940"/>
                  </a:lnTo>
                  <a:cubicBezTo>
                    <a:pt x="1147445" y="159004"/>
                    <a:pt x="1126871" y="163703"/>
                    <a:pt x="1106424" y="168783"/>
                  </a:cubicBezTo>
                  <a:cubicBezTo>
                    <a:pt x="1085977" y="173863"/>
                    <a:pt x="1065657" y="179578"/>
                    <a:pt x="1045464" y="185674"/>
                  </a:cubicBezTo>
                  <a:lnTo>
                    <a:pt x="1041908" y="173863"/>
                  </a:lnTo>
                  <a:lnTo>
                    <a:pt x="1045464" y="185674"/>
                  </a:lnTo>
                  <a:cubicBezTo>
                    <a:pt x="1025271" y="191770"/>
                    <a:pt x="1005206" y="198374"/>
                    <a:pt x="985394" y="205486"/>
                  </a:cubicBezTo>
                  <a:lnTo>
                    <a:pt x="981202" y="193929"/>
                  </a:lnTo>
                  <a:lnTo>
                    <a:pt x="985394" y="205486"/>
                  </a:lnTo>
                  <a:cubicBezTo>
                    <a:pt x="965455" y="212598"/>
                    <a:pt x="945896" y="220218"/>
                    <a:pt x="926338" y="228219"/>
                  </a:cubicBezTo>
                  <a:cubicBezTo>
                    <a:pt x="906781" y="236347"/>
                    <a:pt x="887604" y="244856"/>
                    <a:pt x="868426" y="253873"/>
                  </a:cubicBezTo>
                  <a:cubicBezTo>
                    <a:pt x="849376" y="262890"/>
                    <a:pt x="830454" y="272415"/>
                    <a:pt x="811911" y="282321"/>
                  </a:cubicBezTo>
                  <a:lnTo>
                    <a:pt x="806069" y="271526"/>
                  </a:lnTo>
                  <a:lnTo>
                    <a:pt x="811911" y="282321"/>
                  </a:lnTo>
                  <a:cubicBezTo>
                    <a:pt x="793243" y="292227"/>
                    <a:pt x="774955" y="302641"/>
                    <a:pt x="756794" y="313563"/>
                  </a:cubicBezTo>
                  <a:lnTo>
                    <a:pt x="750444" y="303022"/>
                  </a:lnTo>
                  <a:lnTo>
                    <a:pt x="756794" y="313563"/>
                  </a:lnTo>
                  <a:cubicBezTo>
                    <a:pt x="738632" y="324358"/>
                    <a:pt x="720852" y="335661"/>
                    <a:pt x="703326" y="347472"/>
                  </a:cubicBezTo>
                  <a:lnTo>
                    <a:pt x="696469" y="337312"/>
                  </a:lnTo>
                  <a:lnTo>
                    <a:pt x="703326" y="347472"/>
                  </a:lnTo>
                  <a:cubicBezTo>
                    <a:pt x="685800" y="359156"/>
                    <a:pt x="668529" y="371348"/>
                    <a:pt x="651637" y="383921"/>
                  </a:cubicBezTo>
                  <a:lnTo>
                    <a:pt x="644271" y="374015"/>
                  </a:lnTo>
                  <a:lnTo>
                    <a:pt x="651637" y="383921"/>
                  </a:lnTo>
                  <a:cubicBezTo>
                    <a:pt x="634619" y="396494"/>
                    <a:pt x="617982" y="409448"/>
                    <a:pt x="601726" y="422910"/>
                  </a:cubicBezTo>
                  <a:cubicBezTo>
                    <a:pt x="585470" y="436245"/>
                    <a:pt x="569469" y="450088"/>
                    <a:pt x="553847" y="464312"/>
                  </a:cubicBezTo>
                  <a:cubicBezTo>
                    <a:pt x="538226" y="478536"/>
                    <a:pt x="522986" y="493014"/>
                    <a:pt x="508000" y="508000"/>
                  </a:cubicBezTo>
                  <a:cubicBezTo>
                    <a:pt x="493142" y="522859"/>
                    <a:pt x="478536" y="538226"/>
                    <a:pt x="464312" y="553847"/>
                  </a:cubicBezTo>
                  <a:cubicBezTo>
                    <a:pt x="450088" y="569468"/>
                    <a:pt x="436372" y="585470"/>
                    <a:pt x="422910" y="601726"/>
                  </a:cubicBezTo>
                  <a:cubicBezTo>
                    <a:pt x="409575" y="617982"/>
                    <a:pt x="396494" y="634619"/>
                    <a:pt x="383921" y="651637"/>
                  </a:cubicBezTo>
                  <a:cubicBezTo>
                    <a:pt x="371348" y="668655"/>
                    <a:pt x="359157" y="685800"/>
                    <a:pt x="347472" y="703453"/>
                  </a:cubicBezTo>
                  <a:lnTo>
                    <a:pt x="337312" y="696595"/>
                  </a:lnTo>
                  <a:lnTo>
                    <a:pt x="347472" y="703453"/>
                  </a:lnTo>
                  <a:cubicBezTo>
                    <a:pt x="335788" y="720979"/>
                    <a:pt x="324485" y="738886"/>
                    <a:pt x="313563" y="756920"/>
                  </a:cubicBezTo>
                  <a:lnTo>
                    <a:pt x="303022" y="750570"/>
                  </a:lnTo>
                  <a:lnTo>
                    <a:pt x="313563" y="756920"/>
                  </a:lnTo>
                  <a:cubicBezTo>
                    <a:pt x="302769" y="775081"/>
                    <a:pt x="292355" y="793369"/>
                    <a:pt x="282321" y="812038"/>
                  </a:cubicBezTo>
                  <a:lnTo>
                    <a:pt x="271526" y="806196"/>
                  </a:lnTo>
                  <a:lnTo>
                    <a:pt x="282321" y="812038"/>
                  </a:lnTo>
                  <a:cubicBezTo>
                    <a:pt x="272416" y="830707"/>
                    <a:pt x="262891" y="849503"/>
                    <a:pt x="253873" y="868553"/>
                  </a:cubicBezTo>
                  <a:cubicBezTo>
                    <a:pt x="244857" y="887603"/>
                    <a:pt x="236347" y="906907"/>
                    <a:pt x="228219" y="926465"/>
                  </a:cubicBezTo>
                  <a:lnTo>
                    <a:pt x="216917" y="921766"/>
                  </a:lnTo>
                  <a:lnTo>
                    <a:pt x="228219" y="926465"/>
                  </a:lnTo>
                  <a:cubicBezTo>
                    <a:pt x="220092" y="946023"/>
                    <a:pt x="212598" y="965708"/>
                    <a:pt x="205486" y="985520"/>
                  </a:cubicBezTo>
                  <a:lnTo>
                    <a:pt x="193930" y="981329"/>
                  </a:lnTo>
                  <a:lnTo>
                    <a:pt x="205486" y="985520"/>
                  </a:lnTo>
                  <a:cubicBezTo>
                    <a:pt x="198374" y="1005332"/>
                    <a:pt x="191770" y="1025398"/>
                    <a:pt x="185674" y="1045591"/>
                  </a:cubicBezTo>
                  <a:lnTo>
                    <a:pt x="173863" y="1042035"/>
                  </a:lnTo>
                  <a:lnTo>
                    <a:pt x="185674" y="1045591"/>
                  </a:lnTo>
                  <a:cubicBezTo>
                    <a:pt x="179579" y="1065784"/>
                    <a:pt x="173863" y="1086104"/>
                    <a:pt x="168783" y="1106551"/>
                  </a:cubicBezTo>
                  <a:cubicBezTo>
                    <a:pt x="163704" y="1126998"/>
                    <a:pt x="159005" y="1147572"/>
                    <a:pt x="154941" y="1168273"/>
                  </a:cubicBezTo>
                  <a:cubicBezTo>
                    <a:pt x="150876" y="1188974"/>
                    <a:pt x="147194" y="1209802"/>
                    <a:pt x="144145" y="1230630"/>
                  </a:cubicBezTo>
                  <a:lnTo>
                    <a:pt x="131954" y="1228852"/>
                  </a:lnTo>
                  <a:lnTo>
                    <a:pt x="144145" y="1230630"/>
                  </a:lnTo>
                  <a:cubicBezTo>
                    <a:pt x="141097" y="1251458"/>
                    <a:pt x="138431" y="1272413"/>
                    <a:pt x="136398" y="1293494"/>
                  </a:cubicBezTo>
                  <a:lnTo>
                    <a:pt x="124207" y="1292225"/>
                  </a:lnTo>
                  <a:lnTo>
                    <a:pt x="136398" y="1293368"/>
                  </a:lnTo>
                  <a:cubicBezTo>
                    <a:pt x="134367" y="1314323"/>
                    <a:pt x="132843" y="1335405"/>
                    <a:pt x="131699" y="1356487"/>
                  </a:cubicBezTo>
                  <a:lnTo>
                    <a:pt x="119381" y="1355851"/>
                  </a:lnTo>
                  <a:lnTo>
                    <a:pt x="131699" y="1356487"/>
                  </a:lnTo>
                  <a:cubicBezTo>
                    <a:pt x="130683" y="1377568"/>
                    <a:pt x="130175" y="1398650"/>
                    <a:pt x="130175" y="1419732"/>
                  </a:cubicBezTo>
                  <a:cubicBezTo>
                    <a:pt x="130175" y="1426464"/>
                    <a:pt x="124714" y="1432051"/>
                    <a:pt x="117857" y="1432051"/>
                  </a:cubicBezTo>
                  <a:lnTo>
                    <a:pt x="12319" y="1432051"/>
                  </a:lnTo>
                  <a:cubicBezTo>
                    <a:pt x="5588" y="1432051"/>
                    <a:pt x="0" y="1426590"/>
                    <a:pt x="0" y="1419732"/>
                  </a:cubicBezTo>
                  <a:moveTo>
                    <a:pt x="24638" y="1419732"/>
                  </a:moveTo>
                  <a:lnTo>
                    <a:pt x="12319" y="1419732"/>
                  </a:lnTo>
                  <a:lnTo>
                    <a:pt x="12319" y="1407414"/>
                  </a:lnTo>
                  <a:lnTo>
                    <a:pt x="117856" y="1407414"/>
                  </a:lnTo>
                  <a:lnTo>
                    <a:pt x="117856" y="1419732"/>
                  </a:lnTo>
                  <a:lnTo>
                    <a:pt x="105537" y="1419732"/>
                  </a:lnTo>
                  <a:cubicBezTo>
                    <a:pt x="105537" y="1398269"/>
                    <a:pt x="106045" y="1376680"/>
                    <a:pt x="107061" y="1355217"/>
                  </a:cubicBezTo>
                  <a:cubicBezTo>
                    <a:pt x="108077" y="1333753"/>
                    <a:pt x="109728" y="1312291"/>
                    <a:pt x="111760" y="1290955"/>
                  </a:cubicBezTo>
                  <a:cubicBezTo>
                    <a:pt x="113919" y="1269619"/>
                    <a:pt x="116459" y="1248283"/>
                    <a:pt x="119634" y="1226947"/>
                  </a:cubicBezTo>
                  <a:cubicBezTo>
                    <a:pt x="122809" y="1205738"/>
                    <a:pt x="126492" y="1184529"/>
                    <a:pt x="130683" y="1163447"/>
                  </a:cubicBezTo>
                  <a:lnTo>
                    <a:pt x="142748" y="1165860"/>
                  </a:lnTo>
                  <a:lnTo>
                    <a:pt x="130683" y="1163447"/>
                  </a:lnTo>
                  <a:cubicBezTo>
                    <a:pt x="134874" y="1142365"/>
                    <a:pt x="139573" y="1121410"/>
                    <a:pt x="144780" y="1100455"/>
                  </a:cubicBezTo>
                  <a:lnTo>
                    <a:pt x="156718" y="1103503"/>
                  </a:lnTo>
                  <a:lnTo>
                    <a:pt x="144780" y="1100582"/>
                  </a:lnTo>
                  <a:cubicBezTo>
                    <a:pt x="149987" y="1079754"/>
                    <a:pt x="155702" y="1058926"/>
                    <a:pt x="161925" y="1038352"/>
                  </a:cubicBezTo>
                  <a:cubicBezTo>
                    <a:pt x="168148" y="1017778"/>
                    <a:pt x="174879" y="997331"/>
                    <a:pt x="182118" y="977138"/>
                  </a:cubicBezTo>
                  <a:cubicBezTo>
                    <a:pt x="189357" y="956945"/>
                    <a:pt x="197104" y="936879"/>
                    <a:pt x="205359" y="916940"/>
                  </a:cubicBezTo>
                  <a:cubicBezTo>
                    <a:pt x="213614" y="897128"/>
                    <a:pt x="222250" y="877443"/>
                    <a:pt x="231521" y="858012"/>
                  </a:cubicBezTo>
                  <a:lnTo>
                    <a:pt x="242697" y="863219"/>
                  </a:lnTo>
                  <a:lnTo>
                    <a:pt x="231521" y="858012"/>
                  </a:lnTo>
                  <a:cubicBezTo>
                    <a:pt x="240665" y="838581"/>
                    <a:pt x="250317" y="819404"/>
                    <a:pt x="260477" y="800354"/>
                  </a:cubicBezTo>
                  <a:cubicBezTo>
                    <a:pt x="270637" y="781431"/>
                    <a:pt x="281178" y="762635"/>
                    <a:pt x="292227" y="744220"/>
                  </a:cubicBezTo>
                  <a:cubicBezTo>
                    <a:pt x="303276" y="725805"/>
                    <a:pt x="314833" y="707644"/>
                    <a:pt x="326771" y="689737"/>
                  </a:cubicBezTo>
                  <a:cubicBezTo>
                    <a:pt x="338709" y="671830"/>
                    <a:pt x="351155" y="654304"/>
                    <a:pt x="363982" y="637032"/>
                  </a:cubicBezTo>
                  <a:lnTo>
                    <a:pt x="373888" y="644398"/>
                  </a:lnTo>
                  <a:lnTo>
                    <a:pt x="363982" y="637032"/>
                  </a:lnTo>
                  <a:cubicBezTo>
                    <a:pt x="376809" y="619760"/>
                    <a:pt x="390017" y="602869"/>
                    <a:pt x="403606" y="586232"/>
                  </a:cubicBezTo>
                  <a:lnTo>
                    <a:pt x="413131" y="593979"/>
                  </a:lnTo>
                  <a:lnTo>
                    <a:pt x="403606" y="586232"/>
                  </a:lnTo>
                  <a:cubicBezTo>
                    <a:pt x="417195" y="569595"/>
                    <a:pt x="431292" y="553339"/>
                    <a:pt x="445770" y="537337"/>
                  </a:cubicBezTo>
                  <a:lnTo>
                    <a:pt x="454914" y="545592"/>
                  </a:lnTo>
                  <a:lnTo>
                    <a:pt x="445770" y="537337"/>
                  </a:lnTo>
                  <a:cubicBezTo>
                    <a:pt x="460248" y="521462"/>
                    <a:pt x="474980" y="505841"/>
                    <a:pt x="490220" y="490601"/>
                  </a:cubicBezTo>
                  <a:lnTo>
                    <a:pt x="498856" y="499237"/>
                  </a:lnTo>
                  <a:lnTo>
                    <a:pt x="490220" y="490601"/>
                  </a:lnTo>
                  <a:cubicBezTo>
                    <a:pt x="505460" y="475361"/>
                    <a:pt x="520954" y="460502"/>
                    <a:pt x="536956" y="446151"/>
                  </a:cubicBezTo>
                  <a:lnTo>
                    <a:pt x="545211" y="455295"/>
                  </a:lnTo>
                  <a:lnTo>
                    <a:pt x="536956" y="446151"/>
                  </a:lnTo>
                  <a:cubicBezTo>
                    <a:pt x="552831" y="431673"/>
                    <a:pt x="569214" y="417703"/>
                    <a:pt x="585851" y="403987"/>
                  </a:cubicBezTo>
                  <a:lnTo>
                    <a:pt x="593598" y="413512"/>
                  </a:lnTo>
                  <a:lnTo>
                    <a:pt x="585851" y="403987"/>
                  </a:lnTo>
                  <a:cubicBezTo>
                    <a:pt x="602488" y="390271"/>
                    <a:pt x="619379" y="377063"/>
                    <a:pt x="636651" y="364236"/>
                  </a:cubicBezTo>
                  <a:cubicBezTo>
                    <a:pt x="653923" y="351409"/>
                    <a:pt x="671449" y="339090"/>
                    <a:pt x="689356" y="327152"/>
                  </a:cubicBezTo>
                  <a:cubicBezTo>
                    <a:pt x="707263" y="315214"/>
                    <a:pt x="725424" y="303657"/>
                    <a:pt x="743839" y="292608"/>
                  </a:cubicBezTo>
                  <a:cubicBezTo>
                    <a:pt x="762254" y="281559"/>
                    <a:pt x="781050" y="271018"/>
                    <a:pt x="799973" y="260858"/>
                  </a:cubicBezTo>
                  <a:cubicBezTo>
                    <a:pt x="818896" y="250698"/>
                    <a:pt x="838200" y="241046"/>
                    <a:pt x="857631" y="231902"/>
                  </a:cubicBezTo>
                  <a:lnTo>
                    <a:pt x="862838" y="243078"/>
                  </a:lnTo>
                  <a:lnTo>
                    <a:pt x="857631" y="231902"/>
                  </a:lnTo>
                  <a:cubicBezTo>
                    <a:pt x="877062" y="222758"/>
                    <a:pt x="896747" y="213995"/>
                    <a:pt x="916559" y="205740"/>
                  </a:cubicBezTo>
                  <a:lnTo>
                    <a:pt x="921258" y="217043"/>
                  </a:lnTo>
                  <a:lnTo>
                    <a:pt x="916559" y="205740"/>
                  </a:lnTo>
                  <a:cubicBezTo>
                    <a:pt x="936371" y="197485"/>
                    <a:pt x="956437" y="189738"/>
                    <a:pt x="976757" y="182499"/>
                  </a:cubicBezTo>
                  <a:cubicBezTo>
                    <a:pt x="996950" y="175260"/>
                    <a:pt x="1017397" y="168529"/>
                    <a:pt x="1037971" y="162306"/>
                  </a:cubicBezTo>
                  <a:cubicBezTo>
                    <a:pt x="1058545" y="156083"/>
                    <a:pt x="1079246" y="150368"/>
                    <a:pt x="1100201" y="145161"/>
                  </a:cubicBezTo>
                  <a:lnTo>
                    <a:pt x="1103122" y="157099"/>
                  </a:lnTo>
                  <a:lnTo>
                    <a:pt x="1100074" y="145161"/>
                  </a:lnTo>
                  <a:cubicBezTo>
                    <a:pt x="1120902" y="139954"/>
                    <a:pt x="1141984" y="135255"/>
                    <a:pt x="1163066" y="131064"/>
                  </a:cubicBezTo>
                  <a:cubicBezTo>
                    <a:pt x="1184148" y="126873"/>
                    <a:pt x="1205357" y="123190"/>
                    <a:pt x="1226566" y="120015"/>
                  </a:cubicBezTo>
                  <a:cubicBezTo>
                    <a:pt x="1247902" y="116840"/>
                    <a:pt x="1269238" y="114173"/>
                    <a:pt x="1290574" y="112141"/>
                  </a:cubicBezTo>
                  <a:lnTo>
                    <a:pt x="1291717" y="124333"/>
                  </a:lnTo>
                  <a:lnTo>
                    <a:pt x="1290447" y="112141"/>
                  </a:lnTo>
                  <a:cubicBezTo>
                    <a:pt x="1311910" y="109982"/>
                    <a:pt x="1333246" y="108458"/>
                    <a:pt x="1354836" y="107442"/>
                  </a:cubicBezTo>
                  <a:cubicBezTo>
                    <a:pt x="1376299" y="106426"/>
                    <a:pt x="1397762" y="105918"/>
                    <a:pt x="1419352" y="105918"/>
                  </a:cubicBezTo>
                  <a:lnTo>
                    <a:pt x="1419352" y="118237"/>
                  </a:lnTo>
                  <a:lnTo>
                    <a:pt x="1407033" y="118237"/>
                  </a:lnTo>
                  <a:lnTo>
                    <a:pt x="1407033" y="12192"/>
                  </a:lnTo>
                  <a:lnTo>
                    <a:pt x="1419352" y="12192"/>
                  </a:lnTo>
                  <a:lnTo>
                    <a:pt x="1419352" y="24511"/>
                  </a:lnTo>
                  <a:cubicBezTo>
                    <a:pt x="1396492" y="24511"/>
                    <a:pt x="1373759" y="25019"/>
                    <a:pt x="1350899" y="26162"/>
                  </a:cubicBezTo>
                  <a:lnTo>
                    <a:pt x="1350264" y="13843"/>
                  </a:lnTo>
                  <a:lnTo>
                    <a:pt x="1350899" y="26162"/>
                  </a:lnTo>
                  <a:cubicBezTo>
                    <a:pt x="1328166" y="27305"/>
                    <a:pt x="1305306" y="28956"/>
                    <a:pt x="1282573" y="31242"/>
                  </a:cubicBezTo>
                  <a:cubicBezTo>
                    <a:pt x="1259840" y="33528"/>
                    <a:pt x="1237234" y="36322"/>
                    <a:pt x="1214628" y="39624"/>
                  </a:cubicBezTo>
                  <a:lnTo>
                    <a:pt x="1212850" y="27432"/>
                  </a:lnTo>
                  <a:lnTo>
                    <a:pt x="1214628" y="39624"/>
                  </a:lnTo>
                  <a:cubicBezTo>
                    <a:pt x="1192022" y="42926"/>
                    <a:pt x="1169543" y="46863"/>
                    <a:pt x="1147191" y="51308"/>
                  </a:cubicBezTo>
                  <a:cubicBezTo>
                    <a:pt x="1124839" y="55753"/>
                    <a:pt x="1102487" y="60833"/>
                    <a:pt x="1080389" y="66294"/>
                  </a:cubicBezTo>
                  <a:lnTo>
                    <a:pt x="1077468" y="54356"/>
                  </a:lnTo>
                  <a:lnTo>
                    <a:pt x="1080516" y="66294"/>
                  </a:lnTo>
                  <a:cubicBezTo>
                    <a:pt x="1058418" y="71882"/>
                    <a:pt x="1036320" y="77978"/>
                    <a:pt x="1014476" y="84582"/>
                  </a:cubicBezTo>
                  <a:cubicBezTo>
                    <a:pt x="992632" y="91186"/>
                    <a:pt x="970915" y="98425"/>
                    <a:pt x="949452" y="106045"/>
                  </a:cubicBezTo>
                  <a:cubicBezTo>
                    <a:pt x="927989" y="113792"/>
                    <a:pt x="906653" y="121920"/>
                    <a:pt x="885571" y="130683"/>
                  </a:cubicBezTo>
                  <a:cubicBezTo>
                    <a:pt x="864489" y="139446"/>
                    <a:pt x="843661" y="148717"/>
                    <a:pt x="822960" y="158369"/>
                  </a:cubicBezTo>
                  <a:lnTo>
                    <a:pt x="817753" y="147193"/>
                  </a:lnTo>
                  <a:lnTo>
                    <a:pt x="822960" y="158242"/>
                  </a:lnTo>
                  <a:cubicBezTo>
                    <a:pt x="802259" y="168021"/>
                    <a:pt x="781939" y="178308"/>
                    <a:pt x="761746" y="188976"/>
                  </a:cubicBezTo>
                  <a:lnTo>
                    <a:pt x="755904" y="178181"/>
                  </a:lnTo>
                  <a:lnTo>
                    <a:pt x="761746" y="188976"/>
                  </a:lnTo>
                  <a:cubicBezTo>
                    <a:pt x="741553" y="199771"/>
                    <a:pt x="721741" y="210947"/>
                    <a:pt x="702183" y="222758"/>
                  </a:cubicBezTo>
                  <a:cubicBezTo>
                    <a:pt x="682625" y="234442"/>
                    <a:pt x="663321" y="246761"/>
                    <a:pt x="644271" y="259334"/>
                  </a:cubicBezTo>
                  <a:lnTo>
                    <a:pt x="637413" y="249174"/>
                  </a:lnTo>
                  <a:lnTo>
                    <a:pt x="644271" y="259334"/>
                  </a:lnTo>
                  <a:cubicBezTo>
                    <a:pt x="625221" y="272034"/>
                    <a:pt x="606679" y="285115"/>
                    <a:pt x="588264" y="298704"/>
                  </a:cubicBezTo>
                  <a:lnTo>
                    <a:pt x="580898" y="288798"/>
                  </a:lnTo>
                  <a:lnTo>
                    <a:pt x="588264" y="298704"/>
                  </a:lnTo>
                  <a:cubicBezTo>
                    <a:pt x="569976" y="312293"/>
                    <a:pt x="551942" y="326390"/>
                    <a:pt x="534289" y="340868"/>
                  </a:cubicBezTo>
                  <a:cubicBezTo>
                    <a:pt x="516636" y="355346"/>
                    <a:pt x="499364" y="370205"/>
                    <a:pt x="482473" y="385572"/>
                  </a:cubicBezTo>
                  <a:lnTo>
                    <a:pt x="474218" y="376428"/>
                  </a:lnTo>
                  <a:lnTo>
                    <a:pt x="482473" y="385572"/>
                  </a:lnTo>
                  <a:cubicBezTo>
                    <a:pt x="465582" y="400939"/>
                    <a:pt x="449072" y="416687"/>
                    <a:pt x="432943" y="432816"/>
                  </a:cubicBezTo>
                  <a:cubicBezTo>
                    <a:pt x="416814" y="448945"/>
                    <a:pt x="401066" y="465455"/>
                    <a:pt x="385699" y="482473"/>
                  </a:cubicBezTo>
                  <a:cubicBezTo>
                    <a:pt x="370332" y="499364"/>
                    <a:pt x="355473" y="516636"/>
                    <a:pt x="340995" y="534289"/>
                  </a:cubicBezTo>
                  <a:lnTo>
                    <a:pt x="331470" y="526542"/>
                  </a:lnTo>
                  <a:lnTo>
                    <a:pt x="340995" y="534289"/>
                  </a:lnTo>
                  <a:cubicBezTo>
                    <a:pt x="326517" y="551942"/>
                    <a:pt x="312420" y="569976"/>
                    <a:pt x="298831" y="588264"/>
                  </a:cubicBezTo>
                  <a:lnTo>
                    <a:pt x="288925" y="580898"/>
                  </a:lnTo>
                  <a:lnTo>
                    <a:pt x="298831" y="588264"/>
                  </a:lnTo>
                  <a:cubicBezTo>
                    <a:pt x="285242" y="606552"/>
                    <a:pt x="272034" y="625221"/>
                    <a:pt x="259461" y="644271"/>
                  </a:cubicBezTo>
                  <a:cubicBezTo>
                    <a:pt x="246761" y="663194"/>
                    <a:pt x="234569" y="682498"/>
                    <a:pt x="222885" y="702056"/>
                  </a:cubicBezTo>
                  <a:lnTo>
                    <a:pt x="212344" y="695706"/>
                  </a:lnTo>
                  <a:lnTo>
                    <a:pt x="222885" y="702056"/>
                  </a:lnTo>
                  <a:cubicBezTo>
                    <a:pt x="211201" y="721614"/>
                    <a:pt x="199898" y="741553"/>
                    <a:pt x="189103" y="761619"/>
                  </a:cubicBezTo>
                  <a:cubicBezTo>
                    <a:pt x="178308" y="781812"/>
                    <a:pt x="168021" y="802132"/>
                    <a:pt x="158369" y="822833"/>
                  </a:cubicBezTo>
                  <a:lnTo>
                    <a:pt x="147320" y="817626"/>
                  </a:lnTo>
                  <a:lnTo>
                    <a:pt x="158496" y="822833"/>
                  </a:lnTo>
                  <a:cubicBezTo>
                    <a:pt x="148717" y="843407"/>
                    <a:pt x="139446" y="864362"/>
                    <a:pt x="130810" y="885444"/>
                  </a:cubicBezTo>
                  <a:cubicBezTo>
                    <a:pt x="122047" y="906526"/>
                    <a:pt x="113792" y="927862"/>
                    <a:pt x="106172" y="949325"/>
                  </a:cubicBezTo>
                  <a:cubicBezTo>
                    <a:pt x="98425" y="970788"/>
                    <a:pt x="91313" y="992505"/>
                    <a:pt x="84709" y="1014349"/>
                  </a:cubicBezTo>
                  <a:cubicBezTo>
                    <a:pt x="78105" y="1036193"/>
                    <a:pt x="72009" y="1058164"/>
                    <a:pt x="66421" y="1080389"/>
                  </a:cubicBezTo>
                  <a:lnTo>
                    <a:pt x="54483" y="1077341"/>
                  </a:lnTo>
                  <a:lnTo>
                    <a:pt x="66421" y="1080389"/>
                  </a:lnTo>
                  <a:cubicBezTo>
                    <a:pt x="60833" y="1102487"/>
                    <a:pt x="55880" y="1124839"/>
                    <a:pt x="51435" y="1147191"/>
                  </a:cubicBezTo>
                  <a:lnTo>
                    <a:pt x="39370" y="1144778"/>
                  </a:lnTo>
                  <a:lnTo>
                    <a:pt x="51435" y="1147191"/>
                  </a:lnTo>
                  <a:cubicBezTo>
                    <a:pt x="46990" y="1169543"/>
                    <a:pt x="43053" y="1192022"/>
                    <a:pt x="39751" y="1214628"/>
                  </a:cubicBezTo>
                  <a:cubicBezTo>
                    <a:pt x="36449" y="1237234"/>
                    <a:pt x="33655" y="1259840"/>
                    <a:pt x="31369" y="1282573"/>
                  </a:cubicBezTo>
                  <a:cubicBezTo>
                    <a:pt x="29083" y="1305306"/>
                    <a:pt x="27432" y="1328039"/>
                    <a:pt x="26289" y="1350899"/>
                  </a:cubicBezTo>
                  <a:lnTo>
                    <a:pt x="13970" y="1350264"/>
                  </a:lnTo>
                  <a:lnTo>
                    <a:pt x="26289" y="1350899"/>
                  </a:lnTo>
                  <a:cubicBezTo>
                    <a:pt x="25146" y="1373759"/>
                    <a:pt x="24638" y="1396491"/>
                    <a:pt x="24638" y="1419351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295128" y="7999603"/>
              <a:ext cx="476377" cy="466852"/>
            </a:xfrm>
            <a:custGeom>
              <a:avLst/>
              <a:gdLst/>
              <a:ahLst/>
              <a:cxnLst/>
              <a:rect r="r" b="b" t="t" l="l"/>
              <a:pathLst>
                <a:path h="466852" w="476377">
                  <a:moveTo>
                    <a:pt x="0" y="233426"/>
                  </a:moveTo>
                  <a:cubicBezTo>
                    <a:pt x="0" y="225807"/>
                    <a:pt x="382" y="218186"/>
                    <a:pt x="1144" y="210566"/>
                  </a:cubicBezTo>
                  <a:cubicBezTo>
                    <a:pt x="1905" y="202946"/>
                    <a:pt x="3048" y="195453"/>
                    <a:pt x="4445" y="187960"/>
                  </a:cubicBezTo>
                  <a:cubicBezTo>
                    <a:pt x="5842" y="180467"/>
                    <a:pt x="7747" y="173101"/>
                    <a:pt x="10033" y="165735"/>
                  </a:cubicBezTo>
                  <a:cubicBezTo>
                    <a:pt x="12319" y="158370"/>
                    <a:pt x="14859" y="151258"/>
                    <a:pt x="17780" y="144145"/>
                  </a:cubicBezTo>
                  <a:cubicBezTo>
                    <a:pt x="20701" y="137033"/>
                    <a:pt x="24003" y="130175"/>
                    <a:pt x="27559" y="123445"/>
                  </a:cubicBezTo>
                  <a:cubicBezTo>
                    <a:pt x="31115" y="116713"/>
                    <a:pt x="35052" y="110109"/>
                    <a:pt x="39370" y="103759"/>
                  </a:cubicBezTo>
                  <a:cubicBezTo>
                    <a:pt x="43688" y="97409"/>
                    <a:pt x="48133" y="91313"/>
                    <a:pt x="52959" y="85345"/>
                  </a:cubicBezTo>
                  <a:cubicBezTo>
                    <a:pt x="57785" y="79375"/>
                    <a:pt x="62992" y="73787"/>
                    <a:pt x="68326" y="68326"/>
                  </a:cubicBezTo>
                  <a:cubicBezTo>
                    <a:pt x="73660" y="62865"/>
                    <a:pt x="79375" y="57785"/>
                    <a:pt x="85344" y="52959"/>
                  </a:cubicBezTo>
                  <a:cubicBezTo>
                    <a:pt x="91313" y="48133"/>
                    <a:pt x="97409" y="43561"/>
                    <a:pt x="103759" y="39370"/>
                  </a:cubicBezTo>
                  <a:cubicBezTo>
                    <a:pt x="110109" y="35179"/>
                    <a:pt x="116713" y="31242"/>
                    <a:pt x="123444" y="27559"/>
                  </a:cubicBezTo>
                  <a:cubicBezTo>
                    <a:pt x="130175" y="23876"/>
                    <a:pt x="137033" y="20701"/>
                    <a:pt x="144145" y="17780"/>
                  </a:cubicBezTo>
                  <a:cubicBezTo>
                    <a:pt x="151257" y="14859"/>
                    <a:pt x="158369" y="12320"/>
                    <a:pt x="165735" y="10033"/>
                  </a:cubicBezTo>
                  <a:cubicBezTo>
                    <a:pt x="173101" y="7747"/>
                    <a:pt x="180467" y="5970"/>
                    <a:pt x="187960" y="4445"/>
                  </a:cubicBezTo>
                  <a:cubicBezTo>
                    <a:pt x="195453" y="2921"/>
                    <a:pt x="202946" y="1778"/>
                    <a:pt x="210566" y="1144"/>
                  </a:cubicBezTo>
                  <a:cubicBezTo>
                    <a:pt x="218186" y="508"/>
                    <a:pt x="225807" y="0"/>
                    <a:pt x="233426" y="0"/>
                  </a:cubicBezTo>
                  <a:lnTo>
                    <a:pt x="242951" y="0"/>
                  </a:lnTo>
                  <a:cubicBezTo>
                    <a:pt x="250571" y="0"/>
                    <a:pt x="258191" y="382"/>
                    <a:pt x="265811" y="1144"/>
                  </a:cubicBezTo>
                  <a:cubicBezTo>
                    <a:pt x="273432" y="1905"/>
                    <a:pt x="280924" y="3048"/>
                    <a:pt x="288417" y="4445"/>
                  </a:cubicBezTo>
                  <a:cubicBezTo>
                    <a:pt x="295910" y="5842"/>
                    <a:pt x="303276" y="7747"/>
                    <a:pt x="310642" y="10033"/>
                  </a:cubicBezTo>
                  <a:cubicBezTo>
                    <a:pt x="318008" y="12320"/>
                    <a:pt x="325120" y="14859"/>
                    <a:pt x="332232" y="17780"/>
                  </a:cubicBezTo>
                  <a:cubicBezTo>
                    <a:pt x="339344" y="20701"/>
                    <a:pt x="346202" y="24003"/>
                    <a:pt x="352933" y="27559"/>
                  </a:cubicBezTo>
                  <a:cubicBezTo>
                    <a:pt x="359664" y="31115"/>
                    <a:pt x="366269" y="35052"/>
                    <a:pt x="372619" y="39370"/>
                  </a:cubicBezTo>
                  <a:cubicBezTo>
                    <a:pt x="378969" y="43688"/>
                    <a:pt x="385064" y="48133"/>
                    <a:pt x="391033" y="52959"/>
                  </a:cubicBezTo>
                  <a:cubicBezTo>
                    <a:pt x="397002" y="57785"/>
                    <a:pt x="402590" y="62992"/>
                    <a:pt x="408051" y="68326"/>
                  </a:cubicBezTo>
                  <a:cubicBezTo>
                    <a:pt x="413512" y="73660"/>
                    <a:pt x="418592" y="79375"/>
                    <a:pt x="423419" y="85345"/>
                  </a:cubicBezTo>
                  <a:cubicBezTo>
                    <a:pt x="428244" y="91313"/>
                    <a:pt x="432816" y="97409"/>
                    <a:pt x="437007" y="103759"/>
                  </a:cubicBezTo>
                  <a:cubicBezTo>
                    <a:pt x="441198" y="110109"/>
                    <a:pt x="445135" y="116713"/>
                    <a:pt x="448819" y="123445"/>
                  </a:cubicBezTo>
                  <a:cubicBezTo>
                    <a:pt x="452501" y="130175"/>
                    <a:pt x="455676" y="137033"/>
                    <a:pt x="458597" y="144145"/>
                  </a:cubicBezTo>
                  <a:cubicBezTo>
                    <a:pt x="461519" y="151258"/>
                    <a:pt x="464058" y="158370"/>
                    <a:pt x="466344" y="165735"/>
                  </a:cubicBezTo>
                  <a:cubicBezTo>
                    <a:pt x="468630" y="173101"/>
                    <a:pt x="470408" y="180467"/>
                    <a:pt x="471932" y="187960"/>
                  </a:cubicBezTo>
                  <a:cubicBezTo>
                    <a:pt x="473457" y="195453"/>
                    <a:pt x="474599" y="202946"/>
                    <a:pt x="475234" y="210566"/>
                  </a:cubicBezTo>
                  <a:cubicBezTo>
                    <a:pt x="475869" y="218186"/>
                    <a:pt x="476377" y="225807"/>
                    <a:pt x="476377" y="233426"/>
                  </a:cubicBezTo>
                  <a:cubicBezTo>
                    <a:pt x="476377" y="241046"/>
                    <a:pt x="475996" y="248666"/>
                    <a:pt x="475234" y="256286"/>
                  </a:cubicBezTo>
                  <a:cubicBezTo>
                    <a:pt x="474472" y="263907"/>
                    <a:pt x="473329" y="271399"/>
                    <a:pt x="471932" y="278892"/>
                  </a:cubicBezTo>
                  <a:cubicBezTo>
                    <a:pt x="470535" y="286385"/>
                    <a:pt x="468630" y="293751"/>
                    <a:pt x="466344" y="301117"/>
                  </a:cubicBezTo>
                  <a:cubicBezTo>
                    <a:pt x="464058" y="308483"/>
                    <a:pt x="461519" y="315595"/>
                    <a:pt x="458597" y="322708"/>
                  </a:cubicBezTo>
                  <a:cubicBezTo>
                    <a:pt x="455676" y="329820"/>
                    <a:pt x="452374" y="336677"/>
                    <a:pt x="448819" y="343408"/>
                  </a:cubicBezTo>
                  <a:cubicBezTo>
                    <a:pt x="445262" y="350139"/>
                    <a:pt x="441325" y="356744"/>
                    <a:pt x="437007" y="363094"/>
                  </a:cubicBezTo>
                  <a:cubicBezTo>
                    <a:pt x="432689" y="369444"/>
                    <a:pt x="428244" y="375539"/>
                    <a:pt x="423419" y="381508"/>
                  </a:cubicBezTo>
                  <a:cubicBezTo>
                    <a:pt x="418592" y="387477"/>
                    <a:pt x="413385" y="393065"/>
                    <a:pt x="408051" y="398526"/>
                  </a:cubicBezTo>
                  <a:cubicBezTo>
                    <a:pt x="402717" y="403987"/>
                    <a:pt x="397002" y="409067"/>
                    <a:pt x="391033" y="413894"/>
                  </a:cubicBezTo>
                  <a:cubicBezTo>
                    <a:pt x="385064" y="418720"/>
                    <a:pt x="378969" y="423291"/>
                    <a:pt x="372619" y="427483"/>
                  </a:cubicBezTo>
                  <a:cubicBezTo>
                    <a:pt x="366269" y="431673"/>
                    <a:pt x="359664" y="435610"/>
                    <a:pt x="352933" y="439294"/>
                  </a:cubicBezTo>
                  <a:cubicBezTo>
                    <a:pt x="346202" y="442976"/>
                    <a:pt x="339344" y="446151"/>
                    <a:pt x="332232" y="449072"/>
                  </a:cubicBezTo>
                  <a:cubicBezTo>
                    <a:pt x="325120" y="451994"/>
                    <a:pt x="318008" y="454533"/>
                    <a:pt x="310642" y="456820"/>
                  </a:cubicBezTo>
                  <a:cubicBezTo>
                    <a:pt x="303276" y="459105"/>
                    <a:pt x="295910" y="460883"/>
                    <a:pt x="288417" y="462408"/>
                  </a:cubicBezTo>
                  <a:cubicBezTo>
                    <a:pt x="280924" y="463932"/>
                    <a:pt x="273432" y="464947"/>
                    <a:pt x="265811" y="465709"/>
                  </a:cubicBezTo>
                  <a:cubicBezTo>
                    <a:pt x="258191" y="466471"/>
                    <a:pt x="250571" y="466852"/>
                    <a:pt x="242951" y="466852"/>
                  </a:cubicBezTo>
                  <a:lnTo>
                    <a:pt x="233426" y="466852"/>
                  </a:lnTo>
                  <a:cubicBezTo>
                    <a:pt x="225807" y="466852"/>
                    <a:pt x="218186" y="466471"/>
                    <a:pt x="210566" y="465709"/>
                  </a:cubicBezTo>
                  <a:cubicBezTo>
                    <a:pt x="202946" y="464947"/>
                    <a:pt x="195453" y="463804"/>
                    <a:pt x="187960" y="462408"/>
                  </a:cubicBezTo>
                  <a:cubicBezTo>
                    <a:pt x="180467" y="461010"/>
                    <a:pt x="173101" y="459105"/>
                    <a:pt x="165735" y="456820"/>
                  </a:cubicBezTo>
                  <a:cubicBezTo>
                    <a:pt x="158369" y="454533"/>
                    <a:pt x="151257" y="451994"/>
                    <a:pt x="144145" y="449072"/>
                  </a:cubicBezTo>
                  <a:cubicBezTo>
                    <a:pt x="137033" y="446151"/>
                    <a:pt x="130175" y="442849"/>
                    <a:pt x="123444" y="439294"/>
                  </a:cubicBezTo>
                  <a:cubicBezTo>
                    <a:pt x="116713" y="435737"/>
                    <a:pt x="110109" y="431800"/>
                    <a:pt x="103759" y="427483"/>
                  </a:cubicBezTo>
                  <a:cubicBezTo>
                    <a:pt x="97409" y="423164"/>
                    <a:pt x="91313" y="418720"/>
                    <a:pt x="85344" y="413894"/>
                  </a:cubicBezTo>
                  <a:cubicBezTo>
                    <a:pt x="79375" y="409067"/>
                    <a:pt x="73787" y="403860"/>
                    <a:pt x="68326" y="398526"/>
                  </a:cubicBezTo>
                  <a:cubicBezTo>
                    <a:pt x="62865" y="393192"/>
                    <a:pt x="57785" y="387477"/>
                    <a:pt x="52959" y="381508"/>
                  </a:cubicBezTo>
                  <a:cubicBezTo>
                    <a:pt x="48133" y="375539"/>
                    <a:pt x="43561" y="369444"/>
                    <a:pt x="39370" y="363094"/>
                  </a:cubicBezTo>
                  <a:cubicBezTo>
                    <a:pt x="35179" y="356744"/>
                    <a:pt x="31242" y="350139"/>
                    <a:pt x="27559" y="343408"/>
                  </a:cubicBezTo>
                  <a:cubicBezTo>
                    <a:pt x="23876" y="336677"/>
                    <a:pt x="20701" y="329820"/>
                    <a:pt x="17780" y="322708"/>
                  </a:cubicBezTo>
                  <a:cubicBezTo>
                    <a:pt x="14859" y="315595"/>
                    <a:pt x="12319" y="308483"/>
                    <a:pt x="10033" y="301117"/>
                  </a:cubicBezTo>
                  <a:cubicBezTo>
                    <a:pt x="7747" y="293751"/>
                    <a:pt x="5969" y="286385"/>
                    <a:pt x="4445" y="278892"/>
                  </a:cubicBezTo>
                  <a:cubicBezTo>
                    <a:pt x="2921" y="271399"/>
                    <a:pt x="1778" y="263907"/>
                    <a:pt x="1144" y="256286"/>
                  </a:cubicBezTo>
                  <a:cubicBezTo>
                    <a:pt x="508" y="248666"/>
                    <a:pt x="0" y="241046"/>
                    <a:pt x="0" y="233426"/>
                  </a:cubicBez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0285603" y="7990205"/>
              <a:ext cx="495554" cy="485775"/>
            </a:xfrm>
            <a:custGeom>
              <a:avLst/>
              <a:gdLst/>
              <a:ahLst/>
              <a:cxnLst/>
              <a:rect r="r" b="b" t="t" l="l"/>
              <a:pathLst>
                <a:path h="485775" w="495554">
                  <a:moveTo>
                    <a:pt x="0" y="242824"/>
                  </a:moveTo>
                  <a:cubicBezTo>
                    <a:pt x="0" y="234823"/>
                    <a:pt x="382" y="226949"/>
                    <a:pt x="1144" y="219075"/>
                  </a:cubicBezTo>
                  <a:lnTo>
                    <a:pt x="10669" y="219964"/>
                  </a:lnTo>
                  <a:lnTo>
                    <a:pt x="1144" y="219075"/>
                  </a:lnTo>
                  <a:cubicBezTo>
                    <a:pt x="1905" y="211201"/>
                    <a:pt x="3048" y="203327"/>
                    <a:pt x="4699" y="195453"/>
                  </a:cubicBezTo>
                  <a:lnTo>
                    <a:pt x="14097" y="197358"/>
                  </a:lnTo>
                  <a:lnTo>
                    <a:pt x="4699" y="195453"/>
                  </a:lnTo>
                  <a:cubicBezTo>
                    <a:pt x="6223" y="187706"/>
                    <a:pt x="8128" y="179959"/>
                    <a:pt x="10541" y="172339"/>
                  </a:cubicBezTo>
                  <a:lnTo>
                    <a:pt x="19685" y="175133"/>
                  </a:lnTo>
                  <a:lnTo>
                    <a:pt x="10541" y="172339"/>
                  </a:lnTo>
                  <a:cubicBezTo>
                    <a:pt x="12827" y="164719"/>
                    <a:pt x="15494" y="157226"/>
                    <a:pt x="18542" y="149860"/>
                  </a:cubicBezTo>
                  <a:cubicBezTo>
                    <a:pt x="21590" y="142494"/>
                    <a:pt x="25019" y="135382"/>
                    <a:pt x="28702" y="128270"/>
                  </a:cubicBezTo>
                  <a:cubicBezTo>
                    <a:pt x="32512" y="121285"/>
                    <a:pt x="36576" y="114427"/>
                    <a:pt x="41021" y="107823"/>
                  </a:cubicBezTo>
                  <a:lnTo>
                    <a:pt x="48895" y="113157"/>
                  </a:lnTo>
                  <a:lnTo>
                    <a:pt x="41021" y="107823"/>
                  </a:lnTo>
                  <a:cubicBezTo>
                    <a:pt x="45466" y="101219"/>
                    <a:pt x="50165" y="94869"/>
                    <a:pt x="55245" y="88646"/>
                  </a:cubicBezTo>
                  <a:lnTo>
                    <a:pt x="62611" y="94743"/>
                  </a:lnTo>
                  <a:lnTo>
                    <a:pt x="55245" y="88773"/>
                  </a:lnTo>
                  <a:cubicBezTo>
                    <a:pt x="60325" y="82550"/>
                    <a:pt x="65659" y="76708"/>
                    <a:pt x="71247" y="71120"/>
                  </a:cubicBezTo>
                  <a:lnTo>
                    <a:pt x="77978" y="77851"/>
                  </a:lnTo>
                  <a:lnTo>
                    <a:pt x="71247" y="71120"/>
                  </a:lnTo>
                  <a:cubicBezTo>
                    <a:pt x="76835" y="65532"/>
                    <a:pt x="82804" y="60198"/>
                    <a:pt x="88900" y="55118"/>
                  </a:cubicBezTo>
                  <a:cubicBezTo>
                    <a:pt x="94996" y="50038"/>
                    <a:pt x="101473" y="45339"/>
                    <a:pt x="108077" y="40894"/>
                  </a:cubicBezTo>
                  <a:cubicBezTo>
                    <a:pt x="114682" y="36449"/>
                    <a:pt x="121539" y="32385"/>
                    <a:pt x="128524" y="28702"/>
                  </a:cubicBezTo>
                  <a:cubicBezTo>
                    <a:pt x="135509" y="25019"/>
                    <a:pt x="142748" y="21590"/>
                    <a:pt x="150114" y="18543"/>
                  </a:cubicBezTo>
                  <a:cubicBezTo>
                    <a:pt x="157480" y="15494"/>
                    <a:pt x="164973" y="12827"/>
                    <a:pt x="172594" y="10542"/>
                  </a:cubicBezTo>
                  <a:lnTo>
                    <a:pt x="175387" y="19685"/>
                  </a:lnTo>
                  <a:lnTo>
                    <a:pt x="172594" y="10542"/>
                  </a:lnTo>
                  <a:cubicBezTo>
                    <a:pt x="180213" y="8256"/>
                    <a:pt x="187960" y="6350"/>
                    <a:pt x="195707" y="4699"/>
                  </a:cubicBezTo>
                  <a:lnTo>
                    <a:pt x="197612" y="14097"/>
                  </a:lnTo>
                  <a:lnTo>
                    <a:pt x="195707" y="4699"/>
                  </a:lnTo>
                  <a:cubicBezTo>
                    <a:pt x="203454" y="3175"/>
                    <a:pt x="211328" y="2032"/>
                    <a:pt x="219329" y="1143"/>
                  </a:cubicBezTo>
                  <a:cubicBezTo>
                    <a:pt x="227203" y="381"/>
                    <a:pt x="235204" y="0"/>
                    <a:pt x="243205" y="0"/>
                  </a:cubicBezTo>
                  <a:lnTo>
                    <a:pt x="243205" y="9525"/>
                  </a:lnTo>
                  <a:lnTo>
                    <a:pt x="243205" y="0"/>
                  </a:lnTo>
                  <a:lnTo>
                    <a:pt x="252730" y="0"/>
                  </a:lnTo>
                  <a:lnTo>
                    <a:pt x="252730" y="9525"/>
                  </a:lnTo>
                  <a:lnTo>
                    <a:pt x="252730" y="0"/>
                  </a:lnTo>
                  <a:cubicBezTo>
                    <a:pt x="260732" y="0"/>
                    <a:pt x="268605" y="381"/>
                    <a:pt x="276479" y="1143"/>
                  </a:cubicBezTo>
                  <a:lnTo>
                    <a:pt x="275590" y="10668"/>
                  </a:lnTo>
                  <a:lnTo>
                    <a:pt x="276479" y="1143"/>
                  </a:lnTo>
                  <a:cubicBezTo>
                    <a:pt x="284353" y="1906"/>
                    <a:pt x="292227" y="3048"/>
                    <a:pt x="300101" y="4699"/>
                  </a:cubicBezTo>
                  <a:lnTo>
                    <a:pt x="298196" y="14097"/>
                  </a:lnTo>
                  <a:lnTo>
                    <a:pt x="300101" y="4699"/>
                  </a:lnTo>
                  <a:cubicBezTo>
                    <a:pt x="307975" y="6223"/>
                    <a:pt x="315595" y="8128"/>
                    <a:pt x="323215" y="10542"/>
                  </a:cubicBezTo>
                  <a:lnTo>
                    <a:pt x="320421" y="19685"/>
                  </a:lnTo>
                  <a:lnTo>
                    <a:pt x="323215" y="10542"/>
                  </a:lnTo>
                  <a:cubicBezTo>
                    <a:pt x="330835" y="12827"/>
                    <a:pt x="338328" y="15494"/>
                    <a:pt x="345694" y="18543"/>
                  </a:cubicBezTo>
                  <a:cubicBezTo>
                    <a:pt x="353060" y="21590"/>
                    <a:pt x="360172" y="25019"/>
                    <a:pt x="367284" y="28702"/>
                  </a:cubicBezTo>
                  <a:cubicBezTo>
                    <a:pt x="374269" y="32512"/>
                    <a:pt x="381127" y="36576"/>
                    <a:pt x="387732" y="40894"/>
                  </a:cubicBezTo>
                  <a:cubicBezTo>
                    <a:pt x="394335" y="45339"/>
                    <a:pt x="400685" y="50038"/>
                    <a:pt x="406908" y="55118"/>
                  </a:cubicBezTo>
                  <a:cubicBezTo>
                    <a:pt x="413004" y="60198"/>
                    <a:pt x="418973" y="65532"/>
                    <a:pt x="424561" y="71120"/>
                  </a:cubicBezTo>
                  <a:cubicBezTo>
                    <a:pt x="430149" y="76708"/>
                    <a:pt x="435483" y="82677"/>
                    <a:pt x="440563" y="88773"/>
                  </a:cubicBezTo>
                  <a:lnTo>
                    <a:pt x="433197" y="94869"/>
                  </a:lnTo>
                  <a:lnTo>
                    <a:pt x="440563" y="88773"/>
                  </a:lnTo>
                  <a:cubicBezTo>
                    <a:pt x="445644" y="94869"/>
                    <a:pt x="450342" y="101346"/>
                    <a:pt x="454787" y="107950"/>
                  </a:cubicBezTo>
                  <a:cubicBezTo>
                    <a:pt x="459232" y="114555"/>
                    <a:pt x="463296" y="121412"/>
                    <a:pt x="466979" y="128397"/>
                  </a:cubicBezTo>
                  <a:lnTo>
                    <a:pt x="458597" y="132843"/>
                  </a:lnTo>
                  <a:lnTo>
                    <a:pt x="466979" y="128397"/>
                  </a:lnTo>
                  <a:cubicBezTo>
                    <a:pt x="470789" y="135382"/>
                    <a:pt x="474091" y="142621"/>
                    <a:pt x="477139" y="149987"/>
                  </a:cubicBezTo>
                  <a:lnTo>
                    <a:pt x="468376" y="153670"/>
                  </a:lnTo>
                  <a:lnTo>
                    <a:pt x="477139" y="149987"/>
                  </a:lnTo>
                  <a:cubicBezTo>
                    <a:pt x="480187" y="157353"/>
                    <a:pt x="482854" y="164846"/>
                    <a:pt x="485140" y="172467"/>
                  </a:cubicBezTo>
                  <a:lnTo>
                    <a:pt x="475996" y="175260"/>
                  </a:lnTo>
                  <a:lnTo>
                    <a:pt x="485140" y="172467"/>
                  </a:lnTo>
                  <a:cubicBezTo>
                    <a:pt x="487426" y="180086"/>
                    <a:pt x="489332" y="187833"/>
                    <a:pt x="490982" y="195581"/>
                  </a:cubicBezTo>
                  <a:cubicBezTo>
                    <a:pt x="492507" y="203327"/>
                    <a:pt x="493649" y="211201"/>
                    <a:pt x="494411" y="219202"/>
                  </a:cubicBezTo>
                  <a:lnTo>
                    <a:pt x="484886" y="220092"/>
                  </a:lnTo>
                  <a:lnTo>
                    <a:pt x="494411" y="219202"/>
                  </a:lnTo>
                  <a:cubicBezTo>
                    <a:pt x="495173" y="227076"/>
                    <a:pt x="495554" y="235077"/>
                    <a:pt x="495554" y="242951"/>
                  </a:cubicBezTo>
                  <a:lnTo>
                    <a:pt x="486029" y="242951"/>
                  </a:lnTo>
                  <a:lnTo>
                    <a:pt x="495554" y="242951"/>
                  </a:lnTo>
                  <a:cubicBezTo>
                    <a:pt x="495554" y="250952"/>
                    <a:pt x="495173" y="258826"/>
                    <a:pt x="494411" y="266700"/>
                  </a:cubicBezTo>
                  <a:lnTo>
                    <a:pt x="484886" y="265811"/>
                  </a:lnTo>
                  <a:lnTo>
                    <a:pt x="494411" y="266700"/>
                  </a:lnTo>
                  <a:cubicBezTo>
                    <a:pt x="493649" y="274574"/>
                    <a:pt x="492507" y="282448"/>
                    <a:pt x="490982" y="290322"/>
                  </a:cubicBezTo>
                  <a:cubicBezTo>
                    <a:pt x="489458" y="298069"/>
                    <a:pt x="487553" y="305817"/>
                    <a:pt x="485140" y="313436"/>
                  </a:cubicBezTo>
                  <a:lnTo>
                    <a:pt x="475996" y="310643"/>
                  </a:lnTo>
                  <a:lnTo>
                    <a:pt x="485140" y="313436"/>
                  </a:lnTo>
                  <a:cubicBezTo>
                    <a:pt x="482854" y="321056"/>
                    <a:pt x="480187" y="328549"/>
                    <a:pt x="477139" y="335915"/>
                  </a:cubicBezTo>
                  <a:lnTo>
                    <a:pt x="468376" y="332232"/>
                  </a:lnTo>
                  <a:lnTo>
                    <a:pt x="477139" y="335915"/>
                  </a:lnTo>
                  <a:cubicBezTo>
                    <a:pt x="474091" y="343281"/>
                    <a:pt x="470662" y="350520"/>
                    <a:pt x="466979" y="357506"/>
                  </a:cubicBezTo>
                  <a:lnTo>
                    <a:pt x="458597" y="353060"/>
                  </a:lnTo>
                  <a:lnTo>
                    <a:pt x="466979" y="357506"/>
                  </a:lnTo>
                  <a:cubicBezTo>
                    <a:pt x="463169" y="364490"/>
                    <a:pt x="459105" y="371348"/>
                    <a:pt x="454787" y="377952"/>
                  </a:cubicBezTo>
                  <a:cubicBezTo>
                    <a:pt x="450342" y="384556"/>
                    <a:pt x="445644" y="390906"/>
                    <a:pt x="440563" y="397130"/>
                  </a:cubicBezTo>
                  <a:cubicBezTo>
                    <a:pt x="435483" y="403225"/>
                    <a:pt x="430149" y="409194"/>
                    <a:pt x="424561" y="414782"/>
                  </a:cubicBezTo>
                  <a:cubicBezTo>
                    <a:pt x="418973" y="420370"/>
                    <a:pt x="413004" y="425705"/>
                    <a:pt x="406908" y="430784"/>
                  </a:cubicBezTo>
                  <a:cubicBezTo>
                    <a:pt x="400812" y="435864"/>
                    <a:pt x="394335" y="440563"/>
                    <a:pt x="387732" y="445008"/>
                  </a:cubicBezTo>
                  <a:cubicBezTo>
                    <a:pt x="381127" y="449453"/>
                    <a:pt x="374269" y="453518"/>
                    <a:pt x="367284" y="457200"/>
                  </a:cubicBezTo>
                  <a:lnTo>
                    <a:pt x="362839" y="448818"/>
                  </a:lnTo>
                  <a:lnTo>
                    <a:pt x="367284" y="457200"/>
                  </a:lnTo>
                  <a:cubicBezTo>
                    <a:pt x="360299" y="461010"/>
                    <a:pt x="353060" y="464312"/>
                    <a:pt x="345694" y="467360"/>
                  </a:cubicBezTo>
                  <a:cubicBezTo>
                    <a:pt x="338328" y="470408"/>
                    <a:pt x="330835" y="473075"/>
                    <a:pt x="323215" y="475361"/>
                  </a:cubicBezTo>
                  <a:lnTo>
                    <a:pt x="320421" y="466218"/>
                  </a:lnTo>
                  <a:lnTo>
                    <a:pt x="323215" y="475361"/>
                  </a:lnTo>
                  <a:cubicBezTo>
                    <a:pt x="315595" y="477647"/>
                    <a:pt x="307848" y="479552"/>
                    <a:pt x="300101" y="481203"/>
                  </a:cubicBezTo>
                  <a:cubicBezTo>
                    <a:pt x="292354" y="482727"/>
                    <a:pt x="284480" y="483870"/>
                    <a:pt x="276479" y="484632"/>
                  </a:cubicBezTo>
                  <a:cubicBezTo>
                    <a:pt x="268605" y="485394"/>
                    <a:pt x="260604" y="485775"/>
                    <a:pt x="252730" y="485775"/>
                  </a:cubicBezTo>
                  <a:lnTo>
                    <a:pt x="252730" y="476250"/>
                  </a:lnTo>
                  <a:lnTo>
                    <a:pt x="252730" y="485775"/>
                  </a:lnTo>
                  <a:lnTo>
                    <a:pt x="243205" y="485775"/>
                  </a:lnTo>
                  <a:lnTo>
                    <a:pt x="243205" y="476250"/>
                  </a:lnTo>
                  <a:lnTo>
                    <a:pt x="243205" y="485775"/>
                  </a:lnTo>
                  <a:cubicBezTo>
                    <a:pt x="235204" y="485775"/>
                    <a:pt x="227330" y="485394"/>
                    <a:pt x="219329" y="484632"/>
                  </a:cubicBezTo>
                  <a:cubicBezTo>
                    <a:pt x="211455" y="483870"/>
                    <a:pt x="203582" y="482727"/>
                    <a:pt x="195707" y="481203"/>
                  </a:cubicBezTo>
                  <a:cubicBezTo>
                    <a:pt x="187960" y="479680"/>
                    <a:pt x="180213" y="477774"/>
                    <a:pt x="172594" y="475361"/>
                  </a:cubicBezTo>
                  <a:lnTo>
                    <a:pt x="175387" y="466218"/>
                  </a:lnTo>
                  <a:lnTo>
                    <a:pt x="172594" y="475361"/>
                  </a:lnTo>
                  <a:cubicBezTo>
                    <a:pt x="164973" y="473075"/>
                    <a:pt x="157480" y="470408"/>
                    <a:pt x="150114" y="467360"/>
                  </a:cubicBezTo>
                  <a:cubicBezTo>
                    <a:pt x="142748" y="464312"/>
                    <a:pt x="135636" y="460883"/>
                    <a:pt x="128524" y="457200"/>
                  </a:cubicBezTo>
                  <a:lnTo>
                    <a:pt x="132969" y="448818"/>
                  </a:lnTo>
                  <a:lnTo>
                    <a:pt x="128524" y="457200"/>
                  </a:lnTo>
                  <a:cubicBezTo>
                    <a:pt x="121539" y="453390"/>
                    <a:pt x="114682" y="449326"/>
                    <a:pt x="108077" y="445008"/>
                  </a:cubicBezTo>
                  <a:cubicBezTo>
                    <a:pt x="101473" y="440563"/>
                    <a:pt x="95123" y="435864"/>
                    <a:pt x="88900" y="430784"/>
                  </a:cubicBezTo>
                  <a:cubicBezTo>
                    <a:pt x="82677" y="425705"/>
                    <a:pt x="76835" y="420370"/>
                    <a:pt x="71247" y="414782"/>
                  </a:cubicBezTo>
                  <a:lnTo>
                    <a:pt x="77978" y="408051"/>
                  </a:lnTo>
                  <a:lnTo>
                    <a:pt x="71247" y="414782"/>
                  </a:lnTo>
                  <a:cubicBezTo>
                    <a:pt x="65659" y="409194"/>
                    <a:pt x="60325" y="403225"/>
                    <a:pt x="55245" y="397130"/>
                  </a:cubicBezTo>
                  <a:lnTo>
                    <a:pt x="62611" y="391033"/>
                  </a:lnTo>
                  <a:lnTo>
                    <a:pt x="55245" y="397130"/>
                  </a:lnTo>
                  <a:cubicBezTo>
                    <a:pt x="50165" y="391033"/>
                    <a:pt x="45466" y="384556"/>
                    <a:pt x="41021" y="377952"/>
                  </a:cubicBezTo>
                  <a:lnTo>
                    <a:pt x="48895" y="372618"/>
                  </a:lnTo>
                  <a:lnTo>
                    <a:pt x="41021" y="377952"/>
                  </a:lnTo>
                  <a:cubicBezTo>
                    <a:pt x="36576" y="371348"/>
                    <a:pt x="32512" y="364490"/>
                    <a:pt x="28702" y="357506"/>
                  </a:cubicBezTo>
                  <a:cubicBezTo>
                    <a:pt x="25019" y="350520"/>
                    <a:pt x="21590" y="343281"/>
                    <a:pt x="18542" y="335915"/>
                  </a:cubicBezTo>
                  <a:cubicBezTo>
                    <a:pt x="15494" y="328549"/>
                    <a:pt x="12827" y="321056"/>
                    <a:pt x="10541" y="313436"/>
                  </a:cubicBezTo>
                  <a:cubicBezTo>
                    <a:pt x="8255" y="305817"/>
                    <a:pt x="6350" y="298069"/>
                    <a:pt x="4699" y="290322"/>
                  </a:cubicBezTo>
                  <a:lnTo>
                    <a:pt x="14097" y="288418"/>
                  </a:lnTo>
                  <a:lnTo>
                    <a:pt x="4699" y="290322"/>
                  </a:lnTo>
                  <a:cubicBezTo>
                    <a:pt x="3175" y="282575"/>
                    <a:pt x="2032" y="274701"/>
                    <a:pt x="1144" y="266700"/>
                  </a:cubicBezTo>
                  <a:lnTo>
                    <a:pt x="10669" y="265811"/>
                  </a:lnTo>
                  <a:lnTo>
                    <a:pt x="1144" y="266700"/>
                  </a:lnTo>
                  <a:cubicBezTo>
                    <a:pt x="382" y="258826"/>
                    <a:pt x="0" y="250825"/>
                    <a:pt x="0" y="242951"/>
                  </a:cubicBezTo>
                  <a:lnTo>
                    <a:pt x="9525" y="242951"/>
                  </a:lnTo>
                  <a:lnTo>
                    <a:pt x="0" y="242951"/>
                  </a:lnTo>
                  <a:moveTo>
                    <a:pt x="19050" y="242951"/>
                  </a:moveTo>
                  <a:cubicBezTo>
                    <a:pt x="19050" y="250318"/>
                    <a:pt x="19432" y="257556"/>
                    <a:pt x="20066" y="264922"/>
                  </a:cubicBezTo>
                  <a:cubicBezTo>
                    <a:pt x="20828" y="272288"/>
                    <a:pt x="21844" y="279400"/>
                    <a:pt x="23241" y="286639"/>
                  </a:cubicBezTo>
                  <a:cubicBezTo>
                    <a:pt x="24638" y="293878"/>
                    <a:pt x="26416" y="300990"/>
                    <a:pt x="28575" y="307975"/>
                  </a:cubicBezTo>
                  <a:lnTo>
                    <a:pt x="19432" y="310769"/>
                  </a:lnTo>
                  <a:lnTo>
                    <a:pt x="28575" y="307975"/>
                  </a:lnTo>
                  <a:cubicBezTo>
                    <a:pt x="30734" y="314960"/>
                    <a:pt x="33147" y="321945"/>
                    <a:pt x="35941" y="328676"/>
                  </a:cubicBezTo>
                  <a:lnTo>
                    <a:pt x="27178" y="332359"/>
                  </a:lnTo>
                  <a:lnTo>
                    <a:pt x="35941" y="328676"/>
                  </a:lnTo>
                  <a:cubicBezTo>
                    <a:pt x="38735" y="335407"/>
                    <a:pt x="41910" y="342138"/>
                    <a:pt x="45339" y="348488"/>
                  </a:cubicBezTo>
                  <a:lnTo>
                    <a:pt x="36957" y="352933"/>
                  </a:lnTo>
                  <a:lnTo>
                    <a:pt x="45339" y="348488"/>
                  </a:lnTo>
                  <a:cubicBezTo>
                    <a:pt x="48769" y="354965"/>
                    <a:pt x="52578" y="361188"/>
                    <a:pt x="56642" y="367284"/>
                  </a:cubicBezTo>
                  <a:cubicBezTo>
                    <a:pt x="60707" y="373381"/>
                    <a:pt x="65024" y="379222"/>
                    <a:pt x="69723" y="384937"/>
                  </a:cubicBezTo>
                  <a:cubicBezTo>
                    <a:pt x="74295" y="390652"/>
                    <a:pt x="79248" y="395986"/>
                    <a:pt x="84455" y="401193"/>
                  </a:cubicBezTo>
                  <a:cubicBezTo>
                    <a:pt x="89662" y="406400"/>
                    <a:pt x="94996" y="411353"/>
                    <a:pt x="100711" y="415925"/>
                  </a:cubicBezTo>
                  <a:lnTo>
                    <a:pt x="94615" y="423292"/>
                  </a:lnTo>
                  <a:lnTo>
                    <a:pt x="100711" y="415925"/>
                  </a:lnTo>
                  <a:cubicBezTo>
                    <a:pt x="106426" y="420624"/>
                    <a:pt x="112269" y="424943"/>
                    <a:pt x="118364" y="429006"/>
                  </a:cubicBezTo>
                  <a:lnTo>
                    <a:pt x="113030" y="436881"/>
                  </a:lnTo>
                  <a:lnTo>
                    <a:pt x="118364" y="429006"/>
                  </a:lnTo>
                  <a:cubicBezTo>
                    <a:pt x="124460" y="433070"/>
                    <a:pt x="130683" y="436881"/>
                    <a:pt x="137160" y="440309"/>
                  </a:cubicBezTo>
                  <a:cubicBezTo>
                    <a:pt x="143637" y="443738"/>
                    <a:pt x="150241" y="446913"/>
                    <a:pt x="156972" y="449707"/>
                  </a:cubicBezTo>
                  <a:lnTo>
                    <a:pt x="153289" y="458470"/>
                  </a:lnTo>
                  <a:lnTo>
                    <a:pt x="156972" y="449707"/>
                  </a:lnTo>
                  <a:cubicBezTo>
                    <a:pt x="163703" y="452501"/>
                    <a:pt x="170688" y="455042"/>
                    <a:pt x="177673" y="457073"/>
                  </a:cubicBezTo>
                  <a:cubicBezTo>
                    <a:pt x="184658" y="459232"/>
                    <a:pt x="191770" y="461010"/>
                    <a:pt x="199009" y="462407"/>
                  </a:cubicBezTo>
                  <a:lnTo>
                    <a:pt x="197104" y="471806"/>
                  </a:lnTo>
                  <a:lnTo>
                    <a:pt x="199009" y="462407"/>
                  </a:lnTo>
                  <a:cubicBezTo>
                    <a:pt x="206248" y="463805"/>
                    <a:pt x="213487" y="464947"/>
                    <a:pt x="220726" y="465582"/>
                  </a:cubicBezTo>
                  <a:lnTo>
                    <a:pt x="219837" y="475107"/>
                  </a:lnTo>
                  <a:lnTo>
                    <a:pt x="220726" y="465582"/>
                  </a:lnTo>
                  <a:cubicBezTo>
                    <a:pt x="227965" y="466344"/>
                    <a:pt x="235332" y="466725"/>
                    <a:pt x="242697" y="466725"/>
                  </a:cubicBezTo>
                  <a:lnTo>
                    <a:pt x="252222" y="466725"/>
                  </a:lnTo>
                  <a:cubicBezTo>
                    <a:pt x="259588" y="466725"/>
                    <a:pt x="266827" y="466344"/>
                    <a:pt x="274194" y="465582"/>
                  </a:cubicBezTo>
                  <a:lnTo>
                    <a:pt x="275082" y="475107"/>
                  </a:lnTo>
                  <a:lnTo>
                    <a:pt x="274194" y="465582"/>
                  </a:lnTo>
                  <a:cubicBezTo>
                    <a:pt x="281432" y="464820"/>
                    <a:pt x="288671" y="463805"/>
                    <a:pt x="295910" y="462407"/>
                  </a:cubicBezTo>
                  <a:lnTo>
                    <a:pt x="297815" y="471806"/>
                  </a:lnTo>
                  <a:lnTo>
                    <a:pt x="295910" y="462407"/>
                  </a:lnTo>
                  <a:cubicBezTo>
                    <a:pt x="303149" y="461010"/>
                    <a:pt x="310261" y="459232"/>
                    <a:pt x="317246" y="457073"/>
                  </a:cubicBezTo>
                  <a:cubicBezTo>
                    <a:pt x="324232" y="454914"/>
                    <a:pt x="331089" y="452501"/>
                    <a:pt x="337947" y="449707"/>
                  </a:cubicBezTo>
                  <a:lnTo>
                    <a:pt x="341630" y="458470"/>
                  </a:lnTo>
                  <a:lnTo>
                    <a:pt x="337947" y="449707"/>
                  </a:lnTo>
                  <a:cubicBezTo>
                    <a:pt x="344805" y="446913"/>
                    <a:pt x="351409" y="443738"/>
                    <a:pt x="357759" y="440309"/>
                  </a:cubicBezTo>
                  <a:cubicBezTo>
                    <a:pt x="364236" y="436881"/>
                    <a:pt x="370459" y="433070"/>
                    <a:pt x="376555" y="429006"/>
                  </a:cubicBezTo>
                  <a:lnTo>
                    <a:pt x="381889" y="436881"/>
                  </a:lnTo>
                  <a:lnTo>
                    <a:pt x="376555" y="429006"/>
                  </a:lnTo>
                  <a:cubicBezTo>
                    <a:pt x="382651" y="424943"/>
                    <a:pt x="388494" y="420624"/>
                    <a:pt x="394208" y="415925"/>
                  </a:cubicBezTo>
                  <a:lnTo>
                    <a:pt x="400177" y="423292"/>
                  </a:lnTo>
                  <a:lnTo>
                    <a:pt x="394082" y="415925"/>
                  </a:lnTo>
                  <a:cubicBezTo>
                    <a:pt x="399796" y="411226"/>
                    <a:pt x="405130" y="406400"/>
                    <a:pt x="410337" y="401193"/>
                  </a:cubicBezTo>
                  <a:lnTo>
                    <a:pt x="417069" y="407924"/>
                  </a:lnTo>
                  <a:lnTo>
                    <a:pt x="410337" y="401193"/>
                  </a:lnTo>
                  <a:cubicBezTo>
                    <a:pt x="415544" y="395986"/>
                    <a:pt x="420497" y="390525"/>
                    <a:pt x="425069" y="384937"/>
                  </a:cubicBezTo>
                  <a:lnTo>
                    <a:pt x="432435" y="391033"/>
                  </a:lnTo>
                  <a:lnTo>
                    <a:pt x="425069" y="384937"/>
                  </a:lnTo>
                  <a:cubicBezTo>
                    <a:pt x="429769" y="379222"/>
                    <a:pt x="434086" y="373381"/>
                    <a:pt x="438150" y="367284"/>
                  </a:cubicBezTo>
                  <a:lnTo>
                    <a:pt x="446024" y="372618"/>
                  </a:lnTo>
                  <a:lnTo>
                    <a:pt x="438150" y="367284"/>
                  </a:lnTo>
                  <a:cubicBezTo>
                    <a:pt x="442214" y="361188"/>
                    <a:pt x="446024" y="354965"/>
                    <a:pt x="449453" y="348488"/>
                  </a:cubicBezTo>
                  <a:cubicBezTo>
                    <a:pt x="452882" y="342011"/>
                    <a:pt x="456057" y="335407"/>
                    <a:pt x="458851" y="328676"/>
                  </a:cubicBezTo>
                  <a:cubicBezTo>
                    <a:pt x="461645" y="321945"/>
                    <a:pt x="464185" y="314960"/>
                    <a:pt x="466217" y="307975"/>
                  </a:cubicBezTo>
                  <a:cubicBezTo>
                    <a:pt x="468376" y="300990"/>
                    <a:pt x="470154" y="293878"/>
                    <a:pt x="471551" y="286639"/>
                  </a:cubicBezTo>
                  <a:lnTo>
                    <a:pt x="480949" y="288544"/>
                  </a:lnTo>
                  <a:lnTo>
                    <a:pt x="471551" y="286639"/>
                  </a:lnTo>
                  <a:cubicBezTo>
                    <a:pt x="472948" y="279400"/>
                    <a:pt x="474091" y="272161"/>
                    <a:pt x="474726" y="264922"/>
                  </a:cubicBezTo>
                  <a:cubicBezTo>
                    <a:pt x="475488" y="257683"/>
                    <a:pt x="475869" y="250318"/>
                    <a:pt x="475869" y="242951"/>
                  </a:cubicBezTo>
                  <a:cubicBezTo>
                    <a:pt x="475869" y="235585"/>
                    <a:pt x="475488" y="228346"/>
                    <a:pt x="474726" y="220981"/>
                  </a:cubicBezTo>
                  <a:cubicBezTo>
                    <a:pt x="473964" y="213742"/>
                    <a:pt x="472948" y="206375"/>
                    <a:pt x="471551" y="199263"/>
                  </a:cubicBezTo>
                  <a:lnTo>
                    <a:pt x="480949" y="197358"/>
                  </a:lnTo>
                  <a:lnTo>
                    <a:pt x="471551" y="199263"/>
                  </a:lnTo>
                  <a:cubicBezTo>
                    <a:pt x="470154" y="192024"/>
                    <a:pt x="468376" y="184912"/>
                    <a:pt x="466217" y="177927"/>
                  </a:cubicBezTo>
                  <a:cubicBezTo>
                    <a:pt x="464058" y="170943"/>
                    <a:pt x="461645" y="164084"/>
                    <a:pt x="458851" y="157226"/>
                  </a:cubicBezTo>
                  <a:cubicBezTo>
                    <a:pt x="456057" y="150495"/>
                    <a:pt x="452882" y="143892"/>
                    <a:pt x="449453" y="137414"/>
                  </a:cubicBezTo>
                  <a:cubicBezTo>
                    <a:pt x="446024" y="130937"/>
                    <a:pt x="442214" y="124714"/>
                    <a:pt x="438150" y="118618"/>
                  </a:cubicBezTo>
                  <a:lnTo>
                    <a:pt x="446024" y="113284"/>
                  </a:lnTo>
                  <a:lnTo>
                    <a:pt x="438150" y="118618"/>
                  </a:lnTo>
                  <a:cubicBezTo>
                    <a:pt x="434086" y="112522"/>
                    <a:pt x="429769" y="106681"/>
                    <a:pt x="425069" y="100965"/>
                  </a:cubicBezTo>
                  <a:cubicBezTo>
                    <a:pt x="420370" y="95250"/>
                    <a:pt x="415544" y="89917"/>
                    <a:pt x="410337" y="84709"/>
                  </a:cubicBezTo>
                  <a:lnTo>
                    <a:pt x="417069" y="77978"/>
                  </a:lnTo>
                  <a:lnTo>
                    <a:pt x="410337" y="84709"/>
                  </a:lnTo>
                  <a:cubicBezTo>
                    <a:pt x="405130" y="79502"/>
                    <a:pt x="399669" y="74549"/>
                    <a:pt x="394082" y="69977"/>
                  </a:cubicBezTo>
                  <a:lnTo>
                    <a:pt x="400177" y="62611"/>
                  </a:lnTo>
                  <a:lnTo>
                    <a:pt x="394208" y="69977"/>
                  </a:lnTo>
                  <a:cubicBezTo>
                    <a:pt x="388494" y="65278"/>
                    <a:pt x="382651" y="60960"/>
                    <a:pt x="376555" y="56896"/>
                  </a:cubicBezTo>
                  <a:lnTo>
                    <a:pt x="381889" y="49022"/>
                  </a:lnTo>
                  <a:lnTo>
                    <a:pt x="376555" y="56896"/>
                  </a:lnTo>
                  <a:cubicBezTo>
                    <a:pt x="370459" y="52832"/>
                    <a:pt x="364236" y="49022"/>
                    <a:pt x="357759" y="45593"/>
                  </a:cubicBezTo>
                  <a:lnTo>
                    <a:pt x="362204" y="37211"/>
                  </a:lnTo>
                  <a:lnTo>
                    <a:pt x="357759" y="45593"/>
                  </a:lnTo>
                  <a:cubicBezTo>
                    <a:pt x="351282" y="42164"/>
                    <a:pt x="344678" y="38989"/>
                    <a:pt x="337947" y="36195"/>
                  </a:cubicBezTo>
                  <a:lnTo>
                    <a:pt x="341630" y="27432"/>
                  </a:lnTo>
                  <a:lnTo>
                    <a:pt x="337947" y="36195"/>
                  </a:lnTo>
                  <a:cubicBezTo>
                    <a:pt x="331216" y="33401"/>
                    <a:pt x="324232" y="30861"/>
                    <a:pt x="317246" y="28830"/>
                  </a:cubicBezTo>
                  <a:cubicBezTo>
                    <a:pt x="310261" y="26670"/>
                    <a:pt x="303149" y="24893"/>
                    <a:pt x="295910" y="23495"/>
                  </a:cubicBezTo>
                  <a:cubicBezTo>
                    <a:pt x="288671" y="22098"/>
                    <a:pt x="281559" y="20956"/>
                    <a:pt x="274194" y="20320"/>
                  </a:cubicBezTo>
                  <a:cubicBezTo>
                    <a:pt x="266954" y="19558"/>
                    <a:pt x="259588" y="19305"/>
                    <a:pt x="252222" y="19305"/>
                  </a:cubicBezTo>
                  <a:lnTo>
                    <a:pt x="242697" y="19305"/>
                  </a:lnTo>
                  <a:cubicBezTo>
                    <a:pt x="235332" y="19305"/>
                    <a:pt x="228092" y="19685"/>
                    <a:pt x="220726" y="20320"/>
                  </a:cubicBezTo>
                  <a:lnTo>
                    <a:pt x="219837" y="10795"/>
                  </a:lnTo>
                  <a:lnTo>
                    <a:pt x="220726" y="20320"/>
                  </a:lnTo>
                  <a:cubicBezTo>
                    <a:pt x="213487" y="21082"/>
                    <a:pt x="206248" y="22098"/>
                    <a:pt x="199009" y="23495"/>
                  </a:cubicBezTo>
                  <a:cubicBezTo>
                    <a:pt x="191770" y="24893"/>
                    <a:pt x="184658" y="26670"/>
                    <a:pt x="177673" y="28830"/>
                  </a:cubicBezTo>
                  <a:cubicBezTo>
                    <a:pt x="170688" y="30988"/>
                    <a:pt x="163830" y="33401"/>
                    <a:pt x="156972" y="36195"/>
                  </a:cubicBezTo>
                  <a:lnTo>
                    <a:pt x="153289" y="27432"/>
                  </a:lnTo>
                  <a:lnTo>
                    <a:pt x="156972" y="36195"/>
                  </a:lnTo>
                  <a:cubicBezTo>
                    <a:pt x="150241" y="38989"/>
                    <a:pt x="143510" y="42164"/>
                    <a:pt x="137160" y="45593"/>
                  </a:cubicBezTo>
                  <a:lnTo>
                    <a:pt x="132715" y="37211"/>
                  </a:lnTo>
                  <a:lnTo>
                    <a:pt x="137160" y="45593"/>
                  </a:lnTo>
                  <a:cubicBezTo>
                    <a:pt x="130683" y="49022"/>
                    <a:pt x="124460" y="52832"/>
                    <a:pt x="118364" y="56896"/>
                  </a:cubicBezTo>
                  <a:lnTo>
                    <a:pt x="113030" y="49022"/>
                  </a:lnTo>
                  <a:lnTo>
                    <a:pt x="118364" y="56896"/>
                  </a:lnTo>
                  <a:cubicBezTo>
                    <a:pt x="112269" y="60960"/>
                    <a:pt x="106426" y="65406"/>
                    <a:pt x="100711" y="69977"/>
                  </a:cubicBezTo>
                  <a:lnTo>
                    <a:pt x="94615" y="62611"/>
                  </a:lnTo>
                  <a:lnTo>
                    <a:pt x="100711" y="69977"/>
                  </a:lnTo>
                  <a:cubicBezTo>
                    <a:pt x="94996" y="74676"/>
                    <a:pt x="89662" y="79502"/>
                    <a:pt x="84455" y="84709"/>
                  </a:cubicBezTo>
                  <a:cubicBezTo>
                    <a:pt x="79248" y="89917"/>
                    <a:pt x="74295" y="95377"/>
                    <a:pt x="69723" y="100965"/>
                  </a:cubicBezTo>
                  <a:cubicBezTo>
                    <a:pt x="65024" y="106681"/>
                    <a:pt x="60707" y="112522"/>
                    <a:pt x="56642" y="118618"/>
                  </a:cubicBezTo>
                  <a:cubicBezTo>
                    <a:pt x="52578" y="124714"/>
                    <a:pt x="48769" y="130937"/>
                    <a:pt x="45339" y="137414"/>
                  </a:cubicBezTo>
                  <a:lnTo>
                    <a:pt x="36957" y="132969"/>
                  </a:lnTo>
                  <a:lnTo>
                    <a:pt x="45339" y="137414"/>
                  </a:lnTo>
                  <a:cubicBezTo>
                    <a:pt x="41910" y="143892"/>
                    <a:pt x="38735" y="150495"/>
                    <a:pt x="35941" y="157226"/>
                  </a:cubicBezTo>
                  <a:lnTo>
                    <a:pt x="27178" y="153543"/>
                  </a:lnTo>
                  <a:lnTo>
                    <a:pt x="35941" y="157226"/>
                  </a:lnTo>
                  <a:cubicBezTo>
                    <a:pt x="33147" y="163957"/>
                    <a:pt x="30734" y="170943"/>
                    <a:pt x="28575" y="177927"/>
                  </a:cubicBezTo>
                  <a:cubicBezTo>
                    <a:pt x="26416" y="184912"/>
                    <a:pt x="24638" y="192024"/>
                    <a:pt x="23241" y="199263"/>
                  </a:cubicBezTo>
                  <a:cubicBezTo>
                    <a:pt x="21844" y="206502"/>
                    <a:pt x="20701" y="213742"/>
                    <a:pt x="20066" y="220981"/>
                  </a:cubicBezTo>
                  <a:cubicBezTo>
                    <a:pt x="19304" y="228219"/>
                    <a:pt x="19050" y="235585"/>
                    <a:pt x="19050" y="242951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649991" y="2627414"/>
            <a:ext cx="219075" cy="219075"/>
            <a:chOff x="0" y="0"/>
            <a:chExt cx="292100" cy="292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1973" cy="292100"/>
            </a:xfrm>
            <a:custGeom>
              <a:avLst/>
              <a:gdLst/>
              <a:ahLst/>
              <a:cxnLst/>
              <a:rect r="r" b="b" t="t" l="l"/>
              <a:pathLst>
                <a:path h="292100" w="291973">
                  <a:moveTo>
                    <a:pt x="146050" y="0"/>
                  </a:moveTo>
                  <a:cubicBezTo>
                    <a:pt x="126619" y="0"/>
                    <a:pt x="108077" y="3683"/>
                    <a:pt x="90170" y="11049"/>
                  </a:cubicBezTo>
                  <a:cubicBezTo>
                    <a:pt x="72263" y="18415"/>
                    <a:pt x="56515" y="29083"/>
                    <a:pt x="42799" y="42799"/>
                  </a:cubicBezTo>
                  <a:cubicBezTo>
                    <a:pt x="29083" y="56515"/>
                    <a:pt x="18542" y="72263"/>
                    <a:pt x="11049" y="90170"/>
                  </a:cubicBezTo>
                  <a:cubicBezTo>
                    <a:pt x="3556" y="108077"/>
                    <a:pt x="0" y="126619"/>
                    <a:pt x="0" y="146050"/>
                  </a:cubicBezTo>
                  <a:cubicBezTo>
                    <a:pt x="0" y="165481"/>
                    <a:pt x="3683" y="184023"/>
                    <a:pt x="11049" y="201930"/>
                  </a:cubicBezTo>
                  <a:cubicBezTo>
                    <a:pt x="18415" y="219837"/>
                    <a:pt x="28956" y="235585"/>
                    <a:pt x="42672" y="249301"/>
                  </a:cubicBezTo>
                  <a:cubicBezTo>
                    <a:pt x="56388" y="263017"/>
                    <a:pt x="72136" y="273558"/>
                    <a:pt x="90043" y="280924"/>
                  </a:cubicBezTo>
                  <a:cubicBezTo>
                    <a:pt x="107950" y="288290"/>
                    <a:pt x="126619" y="292100"/>
                    <a:pt x="145923" y="292100"/>
                  </a:cubicBezTo>
                  <a:cubicBezTo>
                    <a:pt x="165227" y="292100"/>
                    <a:pt x="183896" y="288417"/>
                    <a:pt x="201803" y="280924"/>
                  </a:cubicBezTo>
                  <a:cubicBezTo>
                    <a:pt x="219710" y="273431"/>
                    <a:pt x="235458" y="263017"/>
                    <a:pt x="249174" y="249301"/>
                  </a:cubicBezTo>
                  <a:cubicBezTo>
                    <a:pt x="262890" y="235585"/>
                    <a:pt x="273431" y="219837"/>
                    <a:pt x="280797" y="201930"/>
                  </a:cubicBezTo>
                  <a:cubicBezTo>
                    <a:pt x="288163" y="184023"/>
                    <a:pt x="291973" y="165354"/>
                    <a:pt x="291973" y="146050"/>
                  </a:cubicBezTo>
                  <a:cubicBezTo>
                    <a:pt x="291973" y="126746"/>
                    <a:pt x="288290" y="108077"/>
                    <a:pt x="280797" y="90170"/>
                  </a:cubicBezTo>
                  <a:cubicBezTo>
                    <a:pt x="273304" y="72263"/>
                    <a:pt x="262890" y="56515"/>
                    <a:pt x="249174" y="42799"/>
                  </a:cubicBezTo>
                  <a:cubicBezTo>
                    <a:pt x="235458" y="29083"/>
                    <a:pt x="219837" y="18542"/>
                    <a:pt x="201930" y="11049"/>
                  </a:cubicBezTo>
                  <a:cubicBezTo>
                    <a:pt x="184023" y="3556"/>
                    <a:pt x="165354" y="0"/>
                    <a:pt x="146050" y="0"/>
                  </a:cubicBezTo>
                  <a:close/>
                </a:path>
              </a:pathLst>
            </a:custGeom>
            <a:blipFill>
              <a:blip r:embed="rId4"/>
              <a:stretch>
                <a:fillRect l="-39" t="0" r="-8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636971" y="2206933"/>
            <a:ext cx="1559052" cy="1559052"/>
            <a:chOff x="0" y="0"/>
            <a:chExt cx="1559052" cy="15590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5819" y="75819"/>
              <a:ext cx="1407669" cy="1407796"/>
            </a:xfrm>
            <a:custGeom>
              <a:avLst/>
              <a:gdLst/>
              <a:ahLst/>
              <a:cxnLst/>
              <a:rect r="r" b="b" t="t" l="l"/>
              <a:pathLst>
                <a:path h="1407796" w="1407669">
                  <a:moveTo>
                    <a:pt x="0" y="0"/>
                  </a:moveTo>
                  <a:cubicBezTo>
                    <a:pt x="22987" y="0"/>
                    <a:pt x="46101" y="508"/>
                    <a:pt x="69088" y="1651"/>
                  </a:cubicBezTo>
                  <a:cubicBezTo>
                    <a:pt x="92075" y="2794"/>
                    <a:pt x="115062" y="4445"/>
                    <a:pt x="137922" y="6731"/>
                  </a:cubicBezTo>
                  <a:cubicBezTo>
                    <a:pt x="160782" y="9017"/>
                    <a:pt x="183642" y="11811"/>
                    <a:pt x="206502" y="15240"/>
                  </a:cubicBezTo>
                  <a:cubicBezTo>
                    <a:pt x="229362" y="18669"/>
                    <a:pt x="251968" y="22606"/>
                    <a:pt x="274574" y="27051"/>
                  </a:cubicBezTo>
                  <a:cubicBezTo>
                    <a:pt x="297180" y="31496"/>
                    <a:pt x="319659" y="36576"/>
                    <a:pt x="342011" y="42164"/>
                  </a:cubicBezTo>
                  <a:cubicBezTo>
                    <a:pt x="364363" y="47752"/>
                    <a:pt x="386588" y="53848"/>
                    <a:pt x="408559" y="60579"/>
                  </a:cubicBezTo>
                  <a:cubicBezTo>
                    <a:pt x="430530" y="67310"/>
                    <a:pt x="452501" y="74422"/>
                    <a:pt x="474091" y="82296"/>
                  </a:cubicBezTo>
                  <a:cubicBezTo>
                    <a:pt x="495681" y="90170"/>
                    <a:pt x="517271" y="98298"/>
                    <a:pt x="538607" y="107188"/>
                  </a:cubicBezTo>
                  <a:cubicBezTo>
                    <a:pt x="559943" y="116078"/>
                    <a:pt x="580898" y="125349"/>
                    <a:pt x="601726" y="135128"/>
                  </a:cubicBezTo>
                  <a:cubicBezTo>
                    <a:pt x="622554" y="144907"/>
                    <a:pt x="643128" y="155321"/>
                    <a:pt x="663448" y="166243"/>
                  </a:cubicBezTo>
                  <a:cubicBezTo>
                    <a:pt x="683769" y="177165"/>
                    <a:pt x="703834" y="188468"/>
                    <a:pt x="723519" y="200279"/>
                  </a:cubicBezTo>
                  <a:cubicBezTo>
                    <a:pt x="743204" y="212090"/>
                    <a:pt x="762762" y="224409"/>
                    <a:pt x="781939" y="237236"/>
                  </a:cubicBezTo>
                  <a:cubicBezTo>
                    <a:pt x="801117" y="250063"/>
                    <a:pt x="819913" y="263271"/>
                    <a:pt x="838455" y="276987"/>
                  </a:cubicBezTo>
                  <a:cubicBezTo>
                    <a:pt x="856997" y="290703"/>
                    <a:pt x="875158" y="304927"/>
                    <a:pt x="892938" y="319532"/>
                  </a:cubicBezTo>
                  <a:cubicBezTo>
                    <a:pt x="910718" y="334137"/>
                    <a:pt x="928117" y="349123"/>
                    <a:pt x="945262" y="364617"/>
                  </a:cubicBezTo>
                  <a:cubicBezTo>
                    <a:pt x="962407" y="380111"/>
                    <a:pt x="979044" y="395986"/>
                    <a:pt x="995300" y="412242"/>
                  </a:cubicBezTo>
                  <a:cubicBezTo>
                    <a:pt x="1011556" y="428498"/>
                    <a:pt x="1027431" y="445262"/>
                    <a:pt x="1042925" y="462280"/>
                  </a:cubicBezTo>
                  <a:cubicBezTo>
                    <a:pt x="1058419" y="479298"/>
                    <a:pt x="1073405" y="496824"/>
                    <a:pt x="1088010" y="514604"/>
                  </a:cubicBezTo>
                  <a:cubicBezTo>
                    <a:pt x="1102615" y="532384"/>
                    <a:pt x="1116839" y="550545"/>
                    <a:pt x="1130555" y="569087"/>
                  </a:cubicBezTo>
                  <a:cubicBezTo>
                    <a:pt x="1144271" y="587629"/>
                    <a:pt x="1157479" y="606425"/>
                    <a:pt x="1170306" y="625602"/>
                  </a:cubicBezTo>
                  <a:cubicBezTo>
                    <a:pt x="1183133" y="644779"/>
                    <a:pt x="1195452" y="664210"/>
                    <a:pt x="1207263" y="684022"/>
                  </a:cubicBezTo>
                  <a:cubicBezTo>
                    <a:pt x="1219074" y="703834"/>
                    <a:pt x="1230504" y="723773"/>
                    <a:pt x="1241299" y="744093"/>
                  </a:cubicBezTo>
                  <a:cubicBezTo>
                    <a:pt x="1252094" y="764413"/>
                    <a:pt x="1262508" y="784987"/>
                    <a:pt x="1272414" y="805815"/>
                  </a:cubicBezTo>
                  <a:cubicBezTo>
                    <a:pt x="1282320" y="826643"/>
                    <a:pt x="1291591" y="847725"/>
                    <a:pt x="1300481" y="868934"/>
                  </a:cubicBezTo>
                  <a:cubicBezTo>
                    <a:pt x="1309371" y="890143"/>
                    <a:pt x="1317626" y="911734"/>
                    <a:pt x="1325373" y="933450"/>
                  </a:cubicBezTo>
                  <a:cubicBezTo>
                    <a:pt x="1333120" y="955167"/>
                    <a:pt x="1340359" y="977012"/>
                    <a:pt x="1347090" y="999109"/>
                  </a:cubicBezTo>
                  <a:cubicBezTo>
                    <a:pt x="1353821" y="1021208"/>
                    <a:pt x="1359917" y="1043306"/>
                    <a:pt x="1365505" y="1065658"/>
                  </a:cubicBezTo>
                  <a:cubicBezTo>
                    <a:pt x="1371093" y="1088010"/>
                    <a:pt x="1376173" y="1110489"/>
                    <a:pt x="1380618" y="1133095"/>
                  </a:cubicBezTo>
                  <a:cubicBezTo>
                    <a:pt x="1385063" y="1155701"/>
                    <a:pt x="1389000" y="1178307"/>
                    <a:pt x="1392429" y="1201167"/>
                  </a:cubicBezTo>
                  <a:cubicBezTo>
                    <a:pt x="1395858" y="1224027"/>
                    <a:pt x="1398652" y="1246760"/>
                    <a:pt x="1400938" y="1269747"/>
                  </a:cubicBezTo>
                  <a:cubicBezTo>
                    <a:pt x="1403224" y="1292734"/>
                    <a:pt x="1404875" y="1315594"/>
                    <a:pt x="1406018" y="1338708"/>
                  </a:cubicBezTo>
                  <a:cubicBezTo>
                    <a:pt x="1407161" y="1361822"/>
                    <a:pt x="1407669" y="1384682"/>
                    <a:pt x="1407669" y="1407796"/>
                  </a:cubicBezTo>
                  <a:lnTo>
                    <a:pt x="1302132" y="1407796"/>
                  </a:lnTo>
                  <a:cubicBezTo>
                    <a:pt x="1302132" y="1386460"/>
                    <a:pt x="1301624" y="1365251"/>
                    <a:pt x="1300608" y="1343915"/>
                  </a:cubicBezTo>
                  <a:cubicBezTo>
                    <a:pt x="1299592" y="1322579"/>
                    <a:pt x="1297941" y="1301370"/>
                    <a:pt x="1295909" y="1280161"/>
                  </a:cubicBezTo>
                  <a:cubicBezTo>
                    <a:pt x="1293877" y="1258952"/>
                    <a:pt x="1291210" y="1237870"/>
                    <a:pt x="1288035" y="1216788"/>
                  </a:cubicBezTo>
                  <a:cubicBezTo>
                    <a:pt x="1284860" y="1195706"/>
                    <a:pt x="1281304" y="1174751"/>
                    <a:pt x="1277113" y="1153796"/>
                  </a:cubicBezTo>
                  <a:cubicBezTo>
                    <a:pt x="1272922" y="1132841"/>
                    <a:pt x="1268350" y="1112140"/>
                    <a:pt x="1263143" y="1091439"/>
                  </a:cubicBezTo>
                  <a:cubicBezTo>
                    <a:pt x="1257936" y="1070738"/>
                    <a:pt x="1252221" y="1050291"/>
                    <a:pt x="1246125" y="1029844"/>
                  </a:cubicBezTo>
                  <a:cubicBezTo>
                    <a:pt x="1240029" y="1009396"/>
                    <a:pt x="1233298" y="989203"/>
                    <a:pt x="1226059" y="969137"/>
                  </a:cubicBezTo>
                  <a:cubicBezTo>
                    <a:pt x="1218820" y="949071"/>
                    <a:pt x="1211200" y="929259"/>
                    <a:pt x="1203072" y="909574"/>
                  </a:cubicBezTo>
                  <a:cubicBezTo>
                    <a:pt x="1194944" y="889889"/>
                    <a:pt x="1186308" y="870459"/>
                    <a:pt x="1177164" y="851154"/>
                  </a:cubicBezTo>
                  <a:cubicBezTo>
                    <a:pt x="1168020" y="831850"/>
                    <a:pt x="1158495" y="812927"/>
                    <a:pt x="1148462" y="794131"/>
                  </a:cubicBezTo>
                  <a:cubicBezTo>
                    <a:pt x="1138429" y="775335"/>
                    <a:pt x="1127888" y="756793"/>
                    <a:pt x="1116966" y="738505"/>
                  </a:cubicBezTo>
                  <a:cubicBezTo>
                    <a:pt x="1106044" y="720217"/>
                    <a:pt x="1094614" y="702183"/>
                    <a:pt x="1082803" y="684530"/>
                  </a:cubicBezTo>
                  <a:cubicBezTo>
                    <a:pt x="1070992" y="666877"/>
                    <a:pt x="1058673" y="649351"/>
                    <a:pt x="1045973" y="632333"/>
                  </a:cubicBezTo>
                  <a:cubicBezTo>
                    <a:pt x="1033273" y="615315"/>
                    <a:pt x="1020192" y="598424"/>
                    <a:pt x="1006603" y="581914"/>
                  </a:cubicBezTo>
                  <a:cubicBezTo>
                    <a:pt x="993014" y="565404"/>
                    <a:pt x="979171" y="549275"/>
                    <a:pt x="964820" y="533527"/>
                  </a:cubicBezTo>
                  <a:cubicBezTo>
                    <a:pt x="950469" y="517779"/>
                    <a:pt x="935864" y="502285"/>
                    <a:pt x="920751" y="487299"/>
                  </a:cubicBezTo>
                  <a:cubicBezTo>
                    <a:pt x="905638" y="472313"/>
                    <a:pt x="890271" y="457581"/>
                    <a:pt x="874523" y="443230"/>
                  </a:cubicBezTo>
                  <a:cubicBezTo>
                    <a:pt x="858775" y="428879"/>
                    <a:pt x="842392" y="414528"/>
                    <a:pt x="825882" y="401066"/>
                  </a:cubicBezTo>
                  <a:cubicBezTo>
                    <a:pt x="809372" y="387604"/>
                    <a:pt x="792607" y="374396"/>
                    <a:pt x="775462" y="361696"/>
                  </a:cubicBezTo>
                  <a:cubicBezTo>
                    <a:pt x="758317" y="348996"/>
                    <a:pt x="740918" y="336677"/>
                    <a:pt x="723265" y="324866"/>
                  </a:cubicBezTo>
                  <a:cubicBezTo>
                    <a:pt x="705612" y="313055"/>
                    <a:pt x="687578" y="301625"/>
                    <a:pt x="669290" y="290703"/>
                  </a:cubicBezTo>
                  <a:cubicBezTo>
                    <a:pt x="651002" y="279781"/>
                    <a:pt x="632460" y="269240"/>
                    <a:pt x="613664" y="259207"/>
                  </a:cubicBezTo>
                  <a:cubicBezTo>
                    <a:pt x="594868" y="249174"/>
                    <a:pt x="575818" y="239649"/>
                    <a:pt x="556641" y="230505"/>
                  </a:cubicBezTo>
                  <a:cubicBezTo>
                    <a:pt x="537464" y="221361"/>
                    <a:pt x="517906" y="212725"/>
                    <a:pt x="498221" y="204597"/>
                  </a:cubicBezTo>
                  <a:cubicBezTo>
                    <a:pt x="478536" y="196469"/>
                    <a:pt x="458724" y="188849"/>
                    <a:pt x="438658" y="181610"/>
                  </a:cubicBezTo>
                  <a:cubicBezTo>
                    <a:pt x="418592" y="174371"/>
                    <a:pt x="398399" y="167767"/>
                    <a:pt x="377952" y="161544"/>
                  </a:cubicBezTo>
                  <a:cubicBezTo>
                    <a:pt x="357505" y="155321"/>
                    <a:pt x="337058" y="149733"/>
                    <a:pt x="316357" y="144526"/>
                  </a:cubicBezTo>
                  <a:cubicBezTo>
                    <a:pt x="295656" y="139319"/>
                    <a:pt x="274955" y="134747"/>
                    <a:pt x="254000" y="130556"/>
                  </a:cubicBezTo>
                  <a:cubicBezTo>
                    <a:pt x="233045" y="126365"/>
                    <a:pt x="212090" y="122809"/>
                    <a:pt x="191008" y="119634"/>
                  </a:cubicBezTo>
                  <a:cubicBezTo>
                    <a:pt x="169926" y="116459"/>
                    <a:pt x="148844" y="113919"/>
                    <a:pt x="127635" y="111887"/>
                  </a:cubicBezTo>
                  <a:cubicBezTo>
                    <a:pt x="106426" y="109855"/>
                    <a:pt x="85217" y="108204"/>
                    <a:pt x="63881" y="107188"/>
                  </a:cubicBezTo>
                  <a:cubicBezTo>
                    <a:pt x="42545" y="106172"/>
                    <a:pt x="21336" y="105664"/>
                    <a:pt x="0" y="105664"/>
                  </a:cubicBezTo>
                  <a:lnTo>
                    <a:pt x="0" y="0"/>
                  </a:ln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1431799" cy="1431799"/>
            </a:xfrm>
            <a:custGeom>
              <a:avLst/>
              <a:gdLst/>
              <a:ahLst/>
              <a:cxnLst/>
              <a:rect r="r" b="b" t="t" l="l"/>
              <a:pathLst>
                <a:path h="1431799" w="1431799">
                  <a:moveTo>
                    <a:pt x="12319" y="0"/>
                  </a:moveTo>
                  <a:cubicBezTo>
                    <a:pt x="35560" y="0"/>
                    <a:pt x="58801" y="635"/>
                    <a:pt x="81915" y="1651"/>
                  </a:cubicBezTo>
                  <a:cubicBezTo>
                    <a:pt x="105156" y="2794"/>
                    <a:pt x="128270" y="4445"/>
                    <a:pt x="151384" y="6731"/>
                  </a:cubicBezTo>
                  <a:lnTo>
                    <a:pt x="150241" y="18923"/>
                  </a:lnTo>
                  <a:lnTo>
                    <a:pt x="151384" y="6731"/>
                  </a:lnTo>
                  <a:cubicBezTo>
                    <a:pt x="174498" y="9017"/>
                    <a:pt x="197612" y="11811"/>
                    <a:pt x="220599" y="15240"/>
                  </a:cubicBezTo>
                  <a:cubicBezTo>
                    <a:pt x="243586" y="18669"/>
                    <a:pt x="266446" y="22606"/>
                    <a:pt x="289306" y="27178"/>
                  </a:cubicBezTo>
                  <a:lnTo>
                    <a:pt x="286893" y="39243"/>
                  </a:lnTo>
                  <a:lnTo>
                    <a:pt x="289306" y="27178"/>
                  </a:lnTo>
                  <a:cubicBezTo>
                    <a:pt x="312039" y="31750"/>
                    <a:pt x="334772" y="36830"/>
                    <a:pt x="357251" y="42418"/>
                  </a:cubicBezTo>
                  <a:cubicBezTo>
                    <a:pt x="379857" y="48006"/>
                    <a:pt x="402209" y="54229"/>
                    <a:pt x="424434" y="60960"/>
                  </a:cubicBezTo>
                  <a:cubicBezTo>
                    <a:pt x="446659" y="67691"/>
                    <a:pt x="468757" y="74930"/>
                    <a:pt x="490601" y="82804"/>
                  </a:cubicBezTo>
                  <a:lnTo>
                    <a:pt x="486410" y="94361"/>
                  </a:lnTo>
                  <a:lnTo>
                    <a:pt x="490601" y="82804"/>
                  </a:lnTo>
                  <a:cubicBezTo>
                    <a:pt x="512445" y="90678"/>
                    <a:pt x="534162" y="99060"/>
                    <a:pt x="555625" y="107950"/>
                  </a:cubicBezTo>
                  <a:cubicBezTo>
                    <a:pt x="577088" y="116840"/>
                    <a:pt x="598297" y="126238"/>
                    <a:pt x="619379" y="136144"/>
                  </a:cubicBezTo>
                  <a:cubicBezTo>
                    <a:pt x="640334" y="146050"/>
                    <a:pt x="661162" y="156464"/>
                    <a:pt x="681609" y="167513"/>
                  </a:cubicBezTo>
                  <a:lnTo>
                    <a:pt x="675767" y="178308"/>
                  </a:lnTo>
                  <a:lnTo>
                    <a:pt x="681609" y="167513"/>
                  </a:lnTo>
                  <a:cubicBezTo>
                    <a:pt x="702056" y="178435"/>
                    <a:pt x="722249" y="189865"/>
                    <a:pt x="742188" y="201803"/>
                  </a:cubicBezTo>
                  <a:cubicBezTo>
                    <a:pt x="762128" y="213741"/>
                    <a:pt x="781685" y="226187"/>
                    <a:pt x="801117" y="239141"/>
                  </a:cubicBezTo>
                  <a:cubicBezTo>
                    <a:pt x="820421" y="252095"/>
                    <a:pt x="839471" y="265430"/>
                    <a:pt x="858140" y="279273"/>
                  </a:cubicBezTo>
                  <a:cubicBezTo>
                    <a:pt x="876809" y="293116"/>
                    <a:pt x="895097" y="307467"/>
                    <a:pt x="913131" y="322199"/>
                  </a:cubicBezTo>
                  <a:lnTo>
                    <a:pt x="905384" y="331724"/>
                  </a:lnTo>
                  <a:lnTo>
                    <a:pt x="913131" y="322199"/>
                  </a:lnTo>
                  <a:cubicBezTo>
                    <a:pt x="931038" y="336931"/>
                    <a:pt x="948691" y="352171"/>
                    <a:pt x="965963" y="367665"/>
                  </a:cubicBezTo>
                  <a:cubicBezTo>
                    <a:pt x="983235" y="383286"/>
                    <a:pt x="999999" y="399288"/>
                    <a:pt x="1016382" y="415671"/>
                  </a:cubicBezTo>
                  <a:cubicBezTo>
                    <a:pt x="1032765" y="432054"/>
                    <a:pt x="1048767" y="448945"/>
                    <a:pt x="1064388" y="466090"/>
                  </a:cubicBezTo>
                  <a:cubicBezTo>
                    <a:pt x="1080009" y="483362"/>
                    <a:pt x="1095122" y="500888"/>
                    <a:pt x="1109854" y="518795"/>
                  </a:cubicBezTo>
                  <a:cubicBezTo>
                    <a:pt x="1124586" y="536702"/>
                    <a:pt x="1138937" y="555117"/>
                    <a:pt x="1152780" y="573786"/>
                  </a:cubicBezTo>
                  <a:lnTo>
                    <a:pt x="1142874" y="581152"/>
                  </a:lnTo>
                  <a:lnTo>
                    <a:pt x="1152780" y="573786"/>
                  </a:lnTo>
                  <a:cubicBezTo>
                    <a:pt x="1166623" y="592455"/>
                    <a:pt x="1179958" y="611378"/>
                    <a:pt x="1192912" y="630809"/>
                  </a:cubicBezTo>
                  <a:lnTo>
                    <a:pt x="1182625" y="637667"/>
                  </a:lnTo>
                  <a:lnTo>
                    <a:pt x="1192785" y="630809"/>
                  </a:lnTo>
                  <a:cubicBezTo>
                    <a:pt x="1205739" y="650113"/>
                    <a:pt x="1218185" y="669798"/>
                    <a:pt x="1230123" y="689737"/>
                  </a:cubicBezTo>
                  <a:lnTo>
                    <a:pt x="1219582" y="696087"/>
                  </a:lnTo>
                  <a:lnTo>
                    <a:pt x="1230123" y="689737"/>
                  </a:lnTo>
                  <a:cubicBezTo>
                    <a:pt x="1242061" y="709676"/>
                    <a:pt x="1253491" y="729869"/>
                    <a:pt x="1264540" y="750316"/>
                  </a:cubicBezTo>
                  <a:cubicBezTo>
                    <a:pt x="1275462" y="770763"/>
                    <a:pt x="1285876" y="791591"/>
                    <a:pt x="1295909" y="812546"/>
                  </a:cubicBezTo>
                  <a:lnTo>
                    <a:pt x="1284733" y="817753"/>
                  </a:lnTo>
                  <a:lnTo>
                    <a:pt x="1295782" y="812546"/>
                  </a:lnTo>
                  <a:cubicBezTo>
                    <a:pt x="1305688" y="833501"/>
                    <a:pt x="1315086" y="854837"/>
                    <a:pt x="1323976" y="876300"/>
                  </a:cubicBezTo>
                  <a:cubicBezTo>
                    <a:pt x="1332866" y="897764"/>
                    <a:pt x="1341248" y="919481"/>
                    <a:pt x="1348995" y="941325"/>
                  </a:cubicBezTo>
                  <a:lnTo>
                    <a:pt x="1337438" y="945515"/>
                  </a:lnTo>
                  <a:lnTo>
                    <a:pt x="1348995" y="941325"/>
                  </a:lnTo>
                  <a:cubicBezTo>
                    <a:pt x="1356869" y="963168"/>
                    <a:pt x="1364108" y="985267"/>
                    <a:pt x="1370839" y="1007492"/>
                  </a:cubicBezTo>
                  <a:lnTo>
                    <a:pt x="1359028" y="1011047"/>
                  </a:lnTo>
                  <a:lnTo>
                    <a:pt x="1370839" y="1007492"/>
                  </a:lnTo>
                  <a:cubicBezTo>
                    <a:pt x="1377570" y="1029717"/>
                    <a:pt x="1383793" y="1052069"/>
                    <a:pt x="1389381" y="1074675"/>
                  </a:cubicBezTo>
                  <a:cubicBezTo>
                    <a:pt x="1394969" y="1097281"/>
                    <a:pt x="1400176" y="1119887"/>
                    <a:pt x="1404621" y="1142620"/>
                  </a:cubicBezTo>
                  <a:lnTo>
                    <a:pt x="1392556" y="1145033"/>
                  </a:lnTo>
                  <a:lnTo>
                    <a:pt x="1404621" y="1142620"/>
                  </a:lnTo>
                  <a:cubicBezTo>
                    <a:pt x="1409193" y="1165353"/>
                    <a:pt x="1413130" y="1188340"/>
                    <a:pt x="1416559" y="1211327"/>
                  </a:cubicBezTo>
                  <a:cubicBezTo>
                    <a:pt x="1419988" y="1234314"/>
                    <a:pt x="1422782" y="1257301"/>
                    <a:pt x="1425068" y="1280415"/>
                  </a:cubicBezTo>
                  <a:lnTo>
                    <a:pt x="1412876" y="1281558"/>
                  </a:lnTo>
                  <a:lnTo>
                    <a:pt x="1425068" y="1280288"/>
                  </a:lnTo>
                  <a:cubicBezTo>
                    <a:pt x="1427354" y="1303402"/>
                    <a:pt x="1429005" y="1326643"/>
                    <a:pt x="1430148" y="1349757"/>
                  </a:cubicBezTo>
                  <a:cubicBezTo>
                    <a:pt x="1431291" y="1372998"/>
                    <a:pt x="1431799" y="1396239"/>
                    <a:pt x="1431799" y="1419480"/>
                  </a:cubicBezTo>
                  <a:cubicBezTo>
                    <a:pt x="1431799" y="1426211"/>
                    <a:pt x="1426338" y="1431799"/>
                    <a:pt x="1419480" y="1431799"/>
                  </a:cubicBezTo>
                  <a:lnTo>
                    <a:pt x="1313943" y="1431799"/>
                  </a:lnTo>
                  <a:cubicBezTo>
                    <a:pt x="1307212" y="1431799"/>
                    <a:pt x="1301624" y="1426338"/>
                    <a:pt x="1301624" y="1419480"/>
                  </a:cubicBezTo>
                  <a:cubicBezTo>
                    <a:pt x="1301624" y="1398398"/>
                    <a:pt x="1301116" y="1377316"/>
                    <a:pt x="1300100" y="1356234"/>
                  </a:cubicBezTo>
                  <a:cubicBezTo>
                    <a:pt x="1299084" y="1335152"/>
                    <a:pt x="1297560" y="1314070"/>
                    <a:pt x="1295401" y="1293115"/>
                  </a:cubicBezTo>
                  <a:lnTo>
                    <a:pt x="1307593" y="1291972"/>
                  </a:lnTo>
                  <a:lnTo>
                    <a:pt x="1295401" y="1293115"/>
                  </a:lnTo>
                  <a:cubicBezTo>
                    <a:pt x="1293369" y="1272160"/>
                    <a:pt x="1290702" y="1251205"/>
                    <a:pt x="1287654" y="1230250"/>
                  </a:cubicBezTo>
                  <a:lnTo>
                    <a:pt x="1299846" y="1228472"/>
                  </a:lnTo>
                  <a:lnTo>
                    <a:pt x="1287654" y="1230250"/>
                  </a:lnTo>
                  <a:cubicBezTo>
                    <a:pt x="1284606" y="1209422"/>
                    <a:pt x="1280923" y="1188594"/>
                    <a:pt x="1276859" y="1167893"/>
                  </a:cubicBezTo>
                  <a:lnTo>
                    <a:pt x="1288924" y="1165480"/>
                  </a:lnTo>
                  <a:lnTo>
                    <a:pt x="1276859" y="1167893"/>
                  </a:lnTo>
                  <a:cubicBezTo>
                    <a:pt x="1272795" y="1147192"/>
                    <a:pt x="1268096" y="1126618"/>
                    <a:pt x="1263016" y="1106171"/>
                  </a:cubicBezTo>
                  <a:cubicBezTo>
                    <a:pt x="1257936" y="1085724"/>
                    <a:pt x="1252221" y="1065404"/>
                    <a:pt x="1246125" y="1045211"/>
                  </a:cubicBezTo>
                  <a:cubicBezTo>
                    <a:pt x="1240029" y="1025017"/>
                    <a:pt x="1233425" y="1004951"/>
                    <a:pt x="1226313" y="985139"/>
                  </a:cubicBezTo>
                  <a:cubicBezTo>
                    <a:pt x="1219201" y="965328"/>
                    <a:pt x="1211581" y="945515"/>
                    <a:pt x="1203580" y="926084"/>
                  </a:cubicBezTo>
                  <a:cubicBezTo>
                    <a:pt x="1195452" y="906526"/>
                    <a:pt x="1186943" y="887350"/>
                    <a:pt x="1177926" y="868172"/>
                  </a:cubicBezTo>
                  <a:cubicBezTo>
                    <a:pt x="1168909" y="849122"/>
                    <a:pt x="1159384" y="830200"/>
                    <a:pt x="1149478" y="811657"/>
                  </a:cubicBezTo>
                  <a:cubicBezTo>
                    <a:pt x="1139572" y="792988"/>
                    <a:pt x="1129158" y="774700"/>
                    <a:pt x="1118236" y="756539"/>
                  </a:cubicBezTo>
                  <a:lnTo>
                    <a:pt x="1128777" y="750189"/>
                  </a:lnTo>
                  <a:lnTo>
                    <a:pt x="1118236" y="756539"/>
                  </a:lnTo>
                  <a:cubicBezTo>
                    <a:pt x="1107441" y="738378"/>
                    <a:pt x="1096138" y="720598"/>
                    <a:pt x="1084327" y="703072"/>
                  </a:cubicBezTo>
                  <a:cubicBezTo>
                    <a:pt x="1072643" y="685546"/>
                    <a:pt x="1060451" y="668274"/>
                    <a:pt x="1047878" y="651256"/>
                  </a:cubicBezTo>
                  <a:cubicBezTo>
                    <a:pt x="1035305" y="634365"/>
                    <a:pt x="1022351" y="617728"/>
                    <a:pt x="1008889" y="601345"/>
                  </a:cubicBezTo>
                  <a:cubicBezTo>
                    <a:pt x="995554" y="585089"/>
                    <a:pt x="981711" y="569087"/>
                    <a:pt x="967487" y="553466"/>
                  </a:cubicBezTo>
                  <a:lnTo>
                    <a:pt x="976631" y="545211"/>
                  </a:lnTo>
                  <a:lnTo>
                    <a:pt x="967487" y="553466"/>
                  </a:lnTo>
                  <a:cubicBezTo>
                    <a:pt x="953263" y="537845"/>
                    <a:pt x="938785" y="522605"/>
                    <a:pt x="923799" y="507619"/>
                  </a:cubicBezTo>
                  <a:cubicBezTo>
                    <a:pt x="908940" y="492633"/>
                    <a:pt x="893573" y="478155"/>
                    <a:pt x="877952" y="463931"/>
                  </a:cubicBezTo>
                  <a:cubicBezTo>
                    <a:pt x="862331" y="449707"/>
                    <a:pt x="846329" y="435991"/>
                    <a:pt x="830073" y="422529"/>
                  </a:cubicBezTo>
                  <a:cubicBezTo>
                    <a:pt x="813817" y="409194"/>
                    <a:pt x="797179" y="396113"/>
                    <a:pt x="780161" y="383540"/>
                  </a:cubicBezTo>
                  <a:lnTo>
                    <a:pt x="787528" y="373634"/>
                  </a:lnTo>
                  <a:lnTo>
                    <a:pt x="780161" y="383540"/>
                  </a:lnTo>
                  <a:cubicBezTo>
                    <a:pt x="763143" y="370967"/>
                    <a:pt x="745998" y="358775"/>
                    <a:pt x="728345" y="347091"/>
                  </a:cubicBezTo>
                  <a:lnTo>
                    <a:pt x="735203" y="336931"/>
                  </a:lnTo>
                  <a:lnTo>
                    <a:pt x="728345" y="347091"/>
                  </a:lnTo>
                  <a:cubicBezTo>
                    <a:pt x="710819" y="335407"/>
                    <a:pt x="692912" y="324104"/>
                    <a:pt x="674878" y="313182"/>
                  </a:cubicBezTo>
                  <a:lnTo>
                    <a:pt x="681228" y="302641"/>
                  </a:lnTo>
                  <a:lnTo>
                    <a:pt x="674878" y="313182"/>
                  </a:lnTo>
                  <a:cubicBezTo>
                    <a:pt x="656717" y="302387"/>
                    <a:pt x="638429" y="291973"/>
                    <a:pt x="619760" y="281940"/>
                  </a:cubicBezTo>
                  <a:cubicBezTo>
                    <a:pt x="601218" y="272034"/>
                    <a:pt x="582295" y="262509"/>
                    <a:pt x="563245" y="253492"/>
                  </a:cubicBezTo>
                  <a:lnTo>
                    <a:pt x="568452" y="242316"/>
                  </a:lnTo>
                  <a:lnTo>
                    <a:pt x="563245" y="253492"/>
                  </a:lnTo>
                  <a:cubicBezTo>
                    <a:pt x="544195" y="244475"/>
                    <a:pt x="524891" y="235966"/>
                    <a:pt x="505333" y="227838"/>
                  </a:cubicBezTo>
                  <a:lnTo>
                    <a:pt x="510032" y="216535"/>
                  </a:lnTo>
                  <a:lnTo>
                    <a:pt x="505333" y="227838"/>
                  </a:lnTo>
                  <a:cubicBezTo>
                    <a:pt x="485775" y="219710"/>
                    <a:pt x="466090" y="212217"/>
                    <a:pt x="446278" y="205105"/>
                  </a:cubicBezTo>
                  <a:lnTo>
                    <a:pt x="450469" y="193548"/>
                  </a:lnTo>
                  <a:lnTo>
                    <a:pt x="446278" y="205105"/>
                  </a:lnTo>
                  <a:cubicBezTo>
                    <a:pt x="426339" y="197993"/>
                    <a:pt x="406400" y="191389"/>
                    <a:pt x="386207" y="185293"/>
                  </a:cubicBezTo>
                  <a:cubicBezTo>
                    <a:pt x="366014" y="179197"/>
                    <a:pt x="345694" y="173482"/>
                    <a:pt x="325247" y="168402"/>
                  </a:cubicBezTo>
                  <a:cubicBezTo>
                    <a:pt x="304800" y="163322"/>
                    <a:pt x="284226" y="158623"/>
                    <a:pt x="263525" y="154559"/>
                  </a:cubicBezTo>
                  <a:lnTo>
                    <a:pt x="265938" y="142494"/>
                  </a:lnTo>
                  <a:lnTo>
                    <a:pt x="263525" y="154559"/>
                  </a:lnTo>
                  <a:cubicBezTo>
                    <a:pt x="242824" y="150495"/>
                    <a:pt x="221996" y="146812"/>
                    <a:pt x="201168" y="143764"/>
                  </a:cubicBezTo>
                  <a:lnTo>
                    <a:pt x="202946" y="131572"/>
                  </a:lnTo>
                  <a:lnTo>
                    <a:pt x="201168" y="143764"/>
                  </a:lnTo>
                  <a:cubicBezTo>
                    <a:pt x="180340" y="140716"/>
                    <a:pt x="159385" y="138049"/>
                    <a:pt x="138303" y="136017"/>
                  </a:cubicBezTo>
                  <a:cubicBezTo>
                    <a:pt x="117348" y="133985"/>
                    <a:pt x="96266" y="132334"/>
                    <a:pt x="75184" y="131318"/>
                  </a:cubicBezTo>
                  <a:lnTo>
                    <a:pt x="76200" y="119380"/>
                  </a:lnTo>
                  <a:lnTo>
                    <a:pt x="75565" y="131699"/>
                  </a:lnTo>
                  <a:cubicBezTo>
                    <a:pt x="54483" y="130683"/>
                    <a:pt x="33401" y="130175"/>
                    <a:pt x="12319" y="130175"/>
                  </a:cubicBezTo>
                  <a:cubicBezTo>
                    <a:pt x="5588" y="130175"/>
                    <a:pt x="0" y="124714"/>
                    <a:pt x="0" y="117856"/>
                  </a:cubicBezTo>
                  <a:lnTo>
                    <a:pt x="0" y="12319"/>
                  </a:lnTo>
                  <a:cubicBezTo>
                    <a:pt x="0" y="5588"/>
                    <a:pt x="5461" y="0"/>
                    <a:pt x="12319" y="0"/>
                  </a:cubicBezTo>
                  <a:moveTo>
                    <a:pt x="12319" y="24638"/>
                  </a:moveTo>
                  <a:lnTo>
                    <a:pt x="12319" y="12319"/>
                  </a:lnTo>
                  <a:lnTo>
                    <a:pt x="24638" y="12319"/>
                  </a:lnTo>
                  <a:lnTo>
                    <a:pt x="24638" y="117856"/>
                  </a:lnTo>
                  <a:lnTo>
                    <a:pt x="12319" y="117856"/>
                  </a:lnTo>
                  <a:lnTo>
                    <a:pt x="12319" y="105537"/>
                  </a:lnTo>
                  <a:cubicBezTo>
                    <a:pt x="33782" y="105537"/>
                    <a:pt x="55372" y="106045"/>
                    <a:pt x="76835" y="107061"/>
                  </a:cubicBezTo>
                  <a:cubicBezTo>
                    <a:pt x="98298" y="108077"/>
                    <a:pt x="119761" y="109728"/>
                    <a:pt x="141224" y="111760"/>
                  </a:cubicBezTo>
                  <a:lnTo>
                    <a:pt x="139954" y="123952"/>
                  </a:lnTo>
                  <a:lnTo>
                    <a:pt x="141097" y="111760"/>
                  </a:lnTo>
                  <a:cubicBezTo>
                    <a:pt x="162560" y="113919"/>
                    <a:pt x="183896" y="116459"/>
                    <a:pt x="205105" y="119634"/>
                  </a:cubicBezTo>
                  <a:cubicBezTo>
                    <a:pt x="226314" y="122809"/>
                    <a:pt x="247523" y="126492"/>
                    <a:pt x="268605" y="130683"/>
                  </a:cubicBezTo>
                  <a:cubicBezTo>
                    <a:pt x="289687" y="134874"/>
                    <a:pt x="310642" y="139573"/>
                    <a:pt x="331597" y="144780"/>
                  </a:cubicBezTo>
                  <a:lnTo>
                    <a:pt x="328549" y="156718"/>
                  </a:lnTo>
                  <a:lnTo>
                    <a:pt x="331470" y="144780"/>
                  </a:lnTo>
                  <a:cubicBezTo>
                    <a:pt x="352298" y="149987"/>
                    <a:pt x="373126" y="155702"/>
                    <a:pt x="393700" y="161925"/>
                  </a:cubicBezTo>
                  <a:lnTo>
                    <a:pt x="390144" y="173736"/>
                  </a:lnTo>
                  <a:lnTo>
                    <a:pt x="393700" y="161925"/>
                  </a:lnTo>
                  <a:cubicBezTo>
                    <a:pt x="414274" y="168148"/>
                    <a:pt x="434721" y="174879"/>
                    <a:pt x="454914" y="182118"/>
                  </a:cubicBezTo>
                  <a:cubicBezTo>
                    <a:pt x="475107" y="189357"/>
                    <a:pt x="495173" y="197104"/>
                    <a:pt x="515112" y="205359"/>
                  </a:cubicBezTo>
                  <a:cubicBezTo>
                    <a:pt x="534924" y="213614"/>
                    <a:pt x="554609" y="222250"/>
                    <a:pt x="574040" y="231521"/>
                  </a:cubicBezTo>
                  <a:cubicBezTo>
                    <a:pt x="593471" y="240665"/>
                    <a:pt x="612648" y="250444"/>
                    <a:pt x="631698" y="260477"/>
                  </a:cubicBezTo>
                  <a:lnTo>
                    <a:pt x="625856" y="271272"/>
                  </a:lnTo>
                  <a:lnTo>
                    <a:pt x="631698" y="260477"/>
                  </a:lnTo>
                  <a:cubicBezTo>
                    <a:pt x="650621" y="270637"/>
                    <a:pt x="669417" y="281178"/>
                    <a:pt x="687832" y="292227"/>
                  </a:cubicBezTo>
                  <a:cubicBezTo>
                    <a:pt x="706247" y="303276"/>
                    <a:pt x="724408" y="314833"/>
                    <a:pt x="742315" y="326771"/>
                  </a:cubicBezTo>
                  <a:cubicBezTo>
                    <a:pt x="760222" y="338709"/>
                    <a:pt x="777748" y="351155"/>
                    <a:pt x="795020" y="363855"/>
                  </a:cubicBezTo>
                  <a:cubicBezTo>
                    <a:pt x="812293" y="376682"/>
                    <a:pt x="829184" y="389890"/>
                    <a:pt x="845821" y="403606"/>
                  </a:cubicBezTo>
                  <a:lnTo>
                    <a:pt x="838074" y="413131"/>
                  </a:lnTo>
                  <a:lnTo>
                    <a:pt x="845821" y="403606"/>
                  </a:lnTo>
                  <a:cubicBezTo>
                    <a:pt x="862458" y="417195"/>
                    <a:pt x="878714" y="431292"/>
                    <a:pt x="894716" y="445770"/>
                  </a:cubicBezTo>
                  <a:lnTo>
                    <a:pt x="886461" y="454914"/>
                  </a:lnTo>
                  <a:lnTo>
                    <a:pt x="894716" y="445770"/>
                  </a:lnTo>
                  <a:cubicBezTo>
                    <a:pt x="910718" y="460248"/>
                    <a:pt x="926212" y="474980"/>
                    <a:pt x="941452" y="490220"/>
                  </a:cubicBezTo>
                  <a:lnTo>
                    <a:pt x="932816" y="498856"/>
                  </a:lnTo>
                  <a:lnTo>
                    <a:pt x="941452" y="490220"/>
                  </a:lnTo>
                  <a:cubicBezTo>
                    <a:pt x="956692" y="505460"/>
                    <a:pt x="971551" y="520954"/>
                    <a:pt x="985902" y="536956"/>
                  </a:cubicBezTo>
                  <a:cubicBezTo>
                    <a:pt x="1000380" y="552831"/>
                    <a:pt x="1014350" y="569214"/>
                    <a:pt x="1028066" y="585851"/>
                  </a:cubicBezTo>
                  <a:lnTo>
                    <a:pt x="1018541" y="593598"/>
                  </a:lnTo>
                  <a:lnTo>
                    <a:pt x="1028066" y="585851"/>
                  </a:lnTo>
                  <a:cubicBezTo>
                    <a:pt x="1041782" y="602488"/>
                    <a:pt x="1054990" y="619379"/>
                    <a:pt x="1067817" y="636651"/>
                  </a:cubicBezTo>
                  <a:lnTo>
                    <a:pt x="1057911" y="644017"/>
                  </a:lnTo>
                  <a:lnTo>
                    <a:pt x="1067817" y="636651"/>
                  </a:lnTo>
                  <a:cubicBezTo>
                    <a:pt x="1080644" y="653923"/>
                    <a:pt x="1092963" y="671449"/>
                    <a:pt x="1104901" y="689356"/>
                  </a:cubicBezTo>
                  <a:lnTo>
                    <a:pt x="1094741" y="696214"/>
                  </a:lnTo>
                  <a:lnTo>
                    <a:pt x="1104901" y="689356"/>
                  </a:lnTo>
                  <a:cubicBezTo>
                    <a:pt x="1116839" y="707263"/>
                    <a:pt x="1128396" y="725424"/>
                    <a:pt x="1139445" y="743839"/>
                  </a:cubicBezTo>
                  <a:cubicBezTo>
                    <a:pt x="1150494" y="762254"/>
                    <a:pt x="1161035" y="781050"/>
                    <a:pt x="1171195" y="799973"/>
                  </a:cubicBezTo>
                  <a:lnTo>
                    <a:pt x="1160400" y="805815"/>
                  </a:lnTo>
                  <a:lnTo>
                    <a:pt x="1171195" y="799973"/>
                  </a:lnTo>
                  <a:cubicBezTo>
                    <a:pt x="1181355" y="818896"/>
                    <a:pt x="1191007" y="838200"/>
                    <a:pt x="1200151" y="857631"/>
                  </a:cubicBezTo>
                  <a:lnTo>
                    <a:pt x="1188975" y="862839"/>
                  </a:lnTo>
                  <a:lnTo>
                    <a:pt x="1200024" y="857631"/>
                  </a:lnTo>
                  <a:cubicBezTo>
                    <a:pt x="1209295" y="877062"/>
                    <a:pt x="1217931" y="896747"/>
                    <a:pt x="1226186" y="916559"/>
                  </a:cubicBezTo>
                  <a:lnTo>
                    <a:pt x="1214883" y="921258"/>
                  </a:lnTo>
                  <a:lnTo>
                    <a:pt x="1226186" y="916559"/>
                  </a:lnTo>
                  <a:cubicBezTo>
                    <a:pt x="1234441" y="936372"/>
                    <a:pt x="1242188" y="956437"/>
                    <a:pt x="1249427" y="976758"/>
                  </a:cubicBezTo>
                  <a:lnTo>
                    <a:pt x="1237870" y="980948"/>
                  </a:lnTo>
                  <a:lnTo>
                    <a:pt x="1249427" y="976758"/>
                  </a:lnTo>
                  <a:cubicBezTo>
                    <a:pt x="1256666" y="996950"/>
                    <a:pt x="1263397" y="1017397"/>
                    <a:pt x="1269620" y="1037972"/>
                  </a:cubicBezTo>
                  <a:lnTo>
                    <a:pt x="1257809" y="1041528"/>
                  </a:lnTo>
                  <a:lnTo>
                    <a:pt x="1269620" y="1037972"/>
                  </a:lnTo>
                  <a:cubicBezTo>
                    <a:pt x="1275843" y="1058546"/>
                    <a:pt x="1281558" y="1079247"/>
                    <a:pt x="1286765" y="1100202"/>
                  </a:cubicBezTo>
                  <a:lnTo>
                    <a:pt x="1274827" y="1103123"/>
                  </a:lnTo>
                  <a:lnTo>
                    <a:pt x="1286765" y="1100075"/>
                  </a:lnTo>
                  <a:cubicBezTo>
                    <a:pt x="1291972" y="1120903"/>
                    <a:pt x="1296671" y="1141858"/>
                    <a:pt x="1300862" y="1163067"/>
                  </a:cubicBezTo>
                  <a:cubicBezTo>
                    <a:pt x="1305053" y="1184149"/>
                    <a:pt x="1308736" y="1205358"/>
                    <a:pt x="1311911" y="1226567"/>
                  </a:cubicBezTo>
                  <a:cubicBezTo>
                    <a:pt x="1315086" y="1247903"/>
                    <a:pt x="1317753" y="1269239"/>
                    <a:pt x="1319785" y="1290575"/>
                  </a:cubicBezTo>
                  <a:cubicBezTo>
                    <a:pt x="1321944" y="1312038"/>
                    <a:pt x="1323468" y="1333374"/>
                    <a:pt x="1324484" y="1354964"/>
                  </a:cubicBezTo>
                  <a:lnTo>
                    <a:pt x="1312165" y="1355599"/>
                  </a:lnTo>
                  <a:lnTo>
                    <a:pt x="1324484" y="1354964"/>
                  </a:lnTo>
                  <a:cubicBezTo>
                    <a:pt x="1325500" y="1376427"/>
                    <a:pt x="1326135" y="1397890"/>
                    <a:pt x="1326135" y="1419480"/>
                  </a:cubicBezTo>
                  <a:lnTo>
                    <a:pt x="1313816" y="1419480"/>
                  </a:lnTo>
                  <a:lnTo>
                    <a:pt x="1313816" y="1407161"/>
                  </a:lnTo>
                  <a:lnTo>
                    <a:pt x="1419353" y="1407161"/>
                  </a:lnTo>
                  <a:lnTo>
                    <a:pt x="1419353" y="1419480"/>
                  </a:lnTo>
                  <a:lnTo>
                    <a:pt x="1407034" y="1419480"/>
                  </a:lnTo>
                  <a:cubicBezTo>
                    <a:pt x="1407034" y="1396620"/>
                    <a:pt x="1406526" y="1373887"/>
                    <a:pt x="1405383" y="1351027"/>
                  </a:cubicBezTo>
                  <a:lnTo>
                    <a:pt x="1417702" y="1350392"/>
                  </a:lnTo>
                  <a:lnTo>
                    <a:pt x="1405383" y="1351027"/>
                  </a:lnTo>
                  <a:cubicBezTo>
                    <a:pt x="1404240" y="1328167"/>
                    <a:pt x="1402589" y="1305434"/>
                    <a:pt x="1400303" y="1282701"/>
                  </a:cubicBezTo>
                  <a:cubicBezTo>
                    <a:pt x="1398017" y="1259968"/>
                    <a:pt x="1395223" y="1237362"/>
                    <a:pt x="1391921" y="1214756"/>
                  </a:cubicBezTo>
                  <a:lnTo>
                    <a:pt x="1404113" y="1212978"/>
                  </a:lnTo>
                  <a:lnTo>
                    <a:pt x="1391921" y="1214756"/>
                  </a:lnTo>
                  <a:cubicBezTo>
                    <a:pt x="1388619" y="1192150"/>
                    <a:pt x="1384682" y="1169671"/>
                    <a:pt x="1380237" y="1147319"/>
                  </a:cubicBezTo>
                  <a:cubicBezTo>
                    <a:pt x="1375792" y="1124967"/>
                    <a:pt x="1370839" y="1102615"/>
                    <a:pt x="1365251" y="1080517"/>
                  </a:cubicBezTo>
                  <a:lnTo>
                    <a:pt x="1377189" y="1077469"/>
                  </a:lnTo>
                  <a:lnTo>
                    <a:pt x="1365251" y="1080517"/>
                  </a:lnTo>
                  <a:cubicBezTo>
                    <a:pt x="1359663" y="1058419"/>
                    <a:pt x="1353567" y="1036321"/>
                    <a:pt x="1346963" y="1014476"/>
                  </a:cubicBezTo>
                  <a:cubicBezTo>
                    <a:pt x="1340359" y="992633"/>
                    <a:pt x="1333120" y="970915"/>
                    <a:pt x="1325500" y="949453"/>
                  </a:cubicBezTo>
                  <a:cubicBezTo>
                    <a:pt x="1317753" y="927989"/>
                    <a:pt x="1309625" y="906653"/>
                    <a:pt x="1300862" y="885572"/>
                  </a:cubicBezTo>
                  <a:lnTo>
                    <a:pt x="1312165" y="880872"/>
                  </a:lnTo>
                  <a:lnTo>
                    <a:pt x="1300862" y="885572"/>
                  </a:lnTo>
                  <a:cubicBezTo>
                    <a:pt x="1292099" y="864489"/>
                    <a:pt x="1282828" y="843534"/>
                    <a:pt x="1273049" y="822960"/>
                  </a:cubicBezTo>
                  <a:cubicBezTo>
                    <a:pt x="1263270" y="802259"/>
                    <a:pt x="1252983" y="781939"/>
                    <a:pt x="1242315" y="761746"/>
                  </a:cubicBezTo>
                  <a:lnTo>
                    <a:pt x="1253110" y="755904"/>
                  </a:lnTo>
                  <a:lnTo>
                    <a:pt x="1242315" y="761746"/>
                  </a:lnTo>
                  <a:cubicBezTo>
                    <a:pt x="1231520" y="741553"/>
                    <a:pt x="1220344" y="721741"/>
                    <a:pt x="1208533" y="702183"/>
                  </a:cubicBezTo>
                  <a:cubicBezTo>
                    <a:pt x="1196849" y="682625"/>
                    <a:pt x="1184530" y="663321"/>
                    <a:pt x="1171957" y="644398"/>
                  </a:cubicBezTo>
                  <a:cubicBezTo>
                    <a:pt x="1159257" y="625348"/>
                    <a:pt x="1146176" y="606806"/>
                    <a:pt x="1132587" y="588391"/>
                  </a:cubicBezTo>
                  <a:cubicBezTo>
                    <a:pt x="1118998" y="570103"/>
                    <a:pt x="1104901" y="552069"/>
                    <a:pt x="1090423" y="534416"/>
                  </a:cubicBezTo>
                  <a:lnTo>
                    <a:pt x="1099948" y="526669"/>
                  </a:lnTo>
                  <a:lnTo>
                    <a:pt x="1090423" y="534416"/>
                  </a:lnTo>
                  <a:cubicBezTo>
                    <a:pt x="1075945" y="516763"/>
                    <a:pt x="1060959" y="499491"/>
                    <a:pt x="1045719" y="482600"/>
                  </a:cubicBezTo>
                  <a:lnTo>
                    <a:pt x="1054863" y="474345"/>
                  </a:lnTo>
                  <a:lnTo>
                    <a:pt x="1045719" y="482600"/>
                  </a:lnTo>
                  <a:cubicBezTo>
                    <a:pt x="1030352" y="465709"/>
                    <a:pt x="1014604" y="449199"/>
                    <a:pt x="998475" y="432943"/>
                  </a:cubicBezTo>
                  <a:lnTo>
                    <a:pt x="1007111" y="424307"/>
                  </a:lnTo>
                  <a:lnTo>
                    <a:pt x="998475" y="432943"/>
                  </a:lnTo>
                  <a:cubicBezTo>
                    <a:pt x="982346" y="416814"/>
                    <a:pt x="965836" y="401066"/>
                    <a:pt x="948818" y="385699"/>
                  </a:cubicBezTo>
                  <a:lnTo>
                    <a:pt x="957073" y="376555"/>
                  </a:lnTo>
                  <a:lnTo>
                    <a:pt x="948818" y="385699"/>
                  </a:lnTo>
                  <a:cubicBezTo>
                    <a:pt x="931927" y="370332"/>
                    <a:pt x="914655" y="355473"/>
                    <a:pt x="897002" y="340995"/>
                  </a:cubicBezTo>
                  <a:cubicBezTo>
                    <a:pt x="879349" y="326517"/>
                    <a:pt x="861315" y="312420"/>
                    <a:pt x="843027" y="298831"/>
                  </a:cubicBezTo>
                  <a:lnTo>
                    <a:pt x="850393" y="288925"/>
                  </a:lnTo>
                  <a:lnTo>
                    <a:pt x="843027" y="298831"/>
                  </a:lnTo>
                  <a:cubicBezTo>
                    <a:pt x="824739" y="285242"/>
                    <a:pt x="806070" y="272034"/>
                    <a:pt x="787019" y="259461"/>
                  </a:cubicBezTo>
                  <a:lnTo>
                    <a:pt x="793878" y="249301"/>
                  </a:lnTo>
                  <a:lnTo>
                    <a:pt x="787019" y="259461"/>
                  </a:lnTo>
                  <a:cubicBezTo>
                    <a:pt x="768097" y="246761"/>
                    <a:pt x="748792" y="234569"/>
                    <a:pt x="729107" y="222885"/>
                  </a:cubicBezTo>
                  <a:lnTo>
                    <a:pt x="735457" y="212344"/>
                  </a:lnTo>
                  <a:lnTo>
                    <a:pt x="729107" y="222885"/>
                  </a:lnTo>
                  <a:cubicBezTo>
                    <a:pt x="709549" y="211201"/>
                    <a:pt x="689610" y="199898"/>
                    <a:pt x="669544" y="189103"/>
                  </a:cubicBezTo>
                  <a:cubicBezTo>
                    <a:pt x="649478" y="178308"/>
                    <a:pt x="629031" y="168021"/>
                    <a:pt x="608330" y="158369"/>
                  </a:cubicBezTo>
                  <a:lnTo>
                    <a:pt x="613537" y="147320"/>
                  </a:lnTo>
                  <a:lnTo>
                    <a:pt x="608330" y="158496"/>
                  </a:lnTo>
                  <a:cubicBezTo>
                    <a:pt x="587629" y="148717"/>
                    <a:pt x="566801" y="139446"/>
                    <a:pt x="545719" y="130810"/>
                  </a:cubicBezTo>
                  <a:lnTo>
                    <a:pt x="550418" y="119507"/>
                  </a:lnTo>
                  <a:lnTo>
                    <a:pt x="545719" y="130810"/>
                  </a:lnTo>
                  <a:cubicBezTo>
                    <a:pt x="524637" y="122047"/>
                    <a:pt x="503301" y="113792"/>
                    <a:pt x="481838" y="106172"/>
                  </a:cubicBezTo>
                  <a:cubicBezTo>
                    <a:pt x="460375" y="98425"/>
                    <a:pt x="438658" y="91313"/>
                    <a:pt x="416814" y="84709"/>
                  </a:cubicBezTo>
                  <a:lnTo>
                    <a:pt x="420370" y="72898"/>
                  </a:lnTo>
                  <a:lnTo>
                    <a:pt x="416814" y="84709"/>
                  </a:lnTo>
                  <a:cubicBezTo>
                    <a:pt x="394970" y="78105"/>
                    <a:pt x="372999" y="72009"/>
                    <a:pt x="350774" y="66421"/>
                  </a:cubicBezTo>
                  <a:lnTo>
                    <a:pt x="353822" y="54483"/>
                  </a:lnTo>
                  <a:lnTo>
                    <a:pt x="350901" y="66421"/>
                  </a:lnTo>
                  <a:cubicBezTo>
                    <a:pt x="328803" y="60833"/>
                    <a:pt x="306451" y="55880"/>
                    <a:pt x="284099" y="51435"/>
                  </a:cubicBezTo>
                  <a:cubicBezTo>
                    <a:pt x="261747" y="46990"/>
                    <a:pt x="239268" y="43053"/>
                    <a:pt x="216662" y="39751"/>
                  </a:cubicBezTo>
                  <a:lnTo>
                    <a:pt x="218440" y="27559"/>
                  </a:lnTo>
                  <a:lnTo>
                    <a:pt x="216662" y="39751"/>
                  </a:lnTo>
                  <a:cubicBezTo>
                    <a:pt x="194056" y="36449"/>
                    <a:pt x="171450" y="33655"/>
                    <a:pt x="148717" y="31369"/>
                  </a:cubicBezTo>
                  <a:cubicBezTo>
                    <a:pt x="125984" y="29083"/>
                    <a:pt x="103251" y="27432"/>
                    <a:pt x="80391" y="26289"/>
                  </a:cubicBezTo>
                  <a:lnTo>
                    <a:pt x="81026" y="13970"/>
                  </a:lnTo>
                  <a:lnTo>
                    <a:pt x="80391" y="26289"/>
                  </a:lnTo>
                  <a:cubicBezTo>
                    <a:pt x="57531" y="25146"/>
                    <a:pt x="34798" y="24638"/>
                    <a:pt x="11938" y="24638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03529" y="296545"/>
              <a:ext cx="466852" cy="466852"/>
            </a:xfrm>
            <a:custGeom>
              <a:avLst/>
              <a:gdLst/>
              <a:ahLst/>
              <a:cxnLst/>
              <a:rect r="r" b="b" t="t" l="l"/>
              <a:pathLst>
                <a:path h="466852" w="466852">
                  <a:moveTo>
                    <a:pt x="466853" y="233426"/>
                  </a:moveTo>
                  <a:cubicBezTo>
                    <a:pt x="466853" y="241046"/>
                    <a:pt x="466472" y="248666"/>
                    <a:pt x="465710" y="256286"/>
                  </a:cubicBezTo>
                  <a:cubicBezTo>
                    <a:pt x="464948" y="263906"/>
                    <a:pt x="463805" y="271399"/>
                    <a:pt x="462408" y="278892"/>
                  </a:cubicBezTo>
                  <a:cubicBezTo>
                    <a:pt x="461011" y="286385"/>
                    <a:pt x="459106" y="293751"/>
                    <a:pt x="456820" y="301117"/>
                  </a:cubicBezTo>
                  <a:cubicBezTo>
                    <a:pt x="454534" y="308483"/>
                    <a:pt x="451994" y="315595"/>
                    <a:pt x="449073" y="322707"/>
                  </a:cubicBezTo>
                  <a:cubicBezTo>
                    <a:pt x="446152" y="329819"/>
                    <a:pt x="442850" y="336677"/>
                    <a:pt x="439294" y="343408"/>
                  </a:cubicBezTo>
                  <a:cubicBezTo>
                    <a:pt x="435738" y="350139"/>
                    <a:pt x="431801" y="356743"/>
                    <a:pt x="427483" y="363093"/>
                  </a:cubicBezTo>
                  <a:cubicBezTo>
                    <a:pt x="423165" y="369443"/>
                    <a:pt x="418720" y="375539"/>
                    <a:pt x="413894" y="381508"/>
                  </a:cubicBezTo>
                  <a:cubicBezTo>
                    <a:pt x="409068" y="387477"/>
                    <a:pt x="403861" y="393065"/>
                    <a:pt x="398527" y="398526"/>
                  </a:cubicBezTo>
                  <a:cubicBezTo>
                    <a:pt x="393193" y="403987"/>
                    <a:pt x="387478" y="409067"/>
                    <a:pt x="381509" y="413893"/>
                  </a:cubicBezTo>
                  <a:cubicBezTo>
                    <a:pt x="375540" y="418719"/>
                    <a:pt x="369444" y="423291"/>
                    <a:pt x="363094" y="427482"/>
                  </a:cubicBezTo>
                  <a:cubicBezTo>
                    <a:pt x="356744" y="431673"/>
                    <a:pt x="350140" y="435610"/>
                    <a:pt x="343409" y="439293"/>
                  </a:cubicBezTo>
                  <a:cubicBezTo>
                    <a:pt x="336678" y="442976"/>
                    <a:pt x="329820" y="446151"/>
                    <a:pt x="322708" y="449072"/>
                  </a:cubicBezTo>
                  <a:cubicBezTo>
                    <a:pt x="315596" y="451993"/>
                    <a:pt x="308484" y="454533"/>
                    <a:pt x="301118" y="456819"/>
                  </a:cubicBezTo>
                  <a:cubicBezTo>
                    <a:pt x="293752" y="459105"/>
                    <a:pt x="286386" y="460883"/>
                    <a:pt x="278893" y="462407"/>
                  </a:cubicBezTo>
                  <a:cubicBezTo>
                    <a:pt x="271400" y="463931"/>
                    <a:pt x="263907" y="464947"/>
                    <a:pt x="256287" y="465709"/>
                  </a:cubicBezTo>
                  <a:cubicBezTo>
                    <a:pt x="248667" y="466471"/>
                    <a:pt x="241047" y="466852"/>
                    <a:pt x="233427" y="466852"/>
                  </a:cubicBezTo>
                  <a:cubicBezTo>
                    <a:pt x="225807" y="466852"/>
                    <a:pt x="218187" y="466471"/>
                    <a:pt x="210567" y="465709"/>
                  </a:cubicBezTo>
                  <a:cubicBezTo>
                    <a:pt x="202947" y="464947"/>
                    <a:pt x="195454" y="463804"/>
                    <a:pt x="187961" y="462407"/>
                  </a:cubicBezTo>
                  <a:cubicBezTo>
                    <a:pt x="180468" y="461010"/>
                    <a:pt x="173102" y="459105"/>
                    <a:pt x="165736" y="456819"/>
                  </a:cubicBezTo>
                  <a:cubicBezTo>
                    <a:pt x="158370" y="454533"/>
                    <a:pt x="151258" y="451993"/>
                    <a:pt x="144146" y="449072"/>
                  </a:cubicBezTo>
                  <a:cubicBezTo>
                    <a:pt x="137034" y="446151"/>
                    <a:pt x="130176" y="442849"/>
                    <a:pt x="123445" y="439293"/>
                  </a:cubicBezTo>
                  <a:cubicBezTo>
                    <a:pt x="116714" y="435737"/>
                    <a:pt x="110110" y="431800"/>
                    <a:pt x="103760" y="427482"/>
                  </a:cubicBezTo>
                  <a:cubicBezTo>
                    <a:pt x="97410" y="423164"/>
                    <a:pt x="91314" y="418719"/>
                    <a:pt x="85345" y="413893"/>
                  </a:cubicBezTo>
                  <a:cubicBezTo>
                    <a:pt x="79376" y="409067"/>
                    <a:pt x="73788" y="403860"/>
                    <a:pt x="68327" y="398526"/>
                  </a:cubicBezTo>
                  <a:cubicBezTo>
                    <a:pt x="62865" y="393192"/>
                    <a:pt x="57785" y="387477"/>
                    <a:pt x="52960" y="381508"/>
                  </a:cubicBezTo>
                  <a:cubicBezTo>
                    <a:pt x="48133" y="375539"/>
                    <a:pt x="43561" y="369443"/>
                    <a:pt x="39370" y="363093"/>
                  </a:cubicBezTo>
                  <a:cubicBezTo>
                    <a:pt x="35179" y="356743"/>
                    <a:pt x="31242" y="350139"/>
                    <a:pt x="27559" y="343408"/>
                  </a:cubicBezTo>
                  <a:cubicBezTo>
                    <a:pt x="23877" y="336677"/>
                    <a:pt x="20702" y="329819"/>
                    <a:pt x="17780" y="322707"/>
                  </a:cubicBezTo>
                  <a:cubicBezTo>
                    <a:pt x="14860" y="315595"/>
                    <a:pt x="12319" y="308483"/>
                    <a:pt x="10033" y="301117"/>
                  </a:cubicBezTo>
                  <a:cubicBezTo>
                    <a:pt x="7747" y="293751"/>
                    <a:pt x="5969" y="286385"/>
                    <a:pt x="4445" y="278892"/>
                  </a:cubicBezTo>
                  <a:cubicBezTo>
                    <a:pt x="2921" y="271399"/>
                    <a:pt x="1778" y="263906"/>
                    <a:pt x="1143" y="256286"/>
                  </a:cubicBezTo>
                  <a:cubicBezTo>
                    <a:pt x="508" y="248666"/>
                    <a:pt x="0" y="241046"/>
                    <a:pt x="0" y="233426"/>
                  </a:cubicBezTo>
                  <a:cubicBezTo>
                    <a:pt x="0" y="225806"/>
                    <a:pt x="381" y="218186"/>
                    <a:pt x="1143" y="210566"/>
                  </a:cubicBezTo>
                  <a:cubicBezTo>
                    <a:pt x="1905" y="202946"/>
                    <a:pt x="3048" y="195453"/>
                    <a:pt x="4445" y="187960"/>
                  </a:cubicBezTo>
                  <a:cubicBezTo>
                    <a:pt x="5842" y="180467"/>
                    <a:pt x="7747" y="173101"/>
                    <a:pt x="10033" y="165735"/>
                  </a:cubicBezTo>
                  <a:cubicBezTo>
                    <a:pt x="12319" y="158369"/>
                    <a:pt x="14859" y="151257"/>
                    <a:pt x="17780" y="144145"/>
                  </a:cubicBezTo>
                  <a:cubicBezTo>
                    <a:pt x="20702" y="137033"/>
                    <a:pt x="24003" y="130175"/>
                    <a:pt x="27559" y="123444"/>
                  </a:cubicBezTo>
                  <a:cubicBezTo>
                    <a:pt x="31115" y="116713"/>
                    <a:pt x="35052" y="110109"/>
                    <a:pt x="39370" y="103759"/>
                  </a:cubicBezTo>
                  <a:cubicBezTo>
                    <a:pt x="43688" y="97409"/>
                    <a:pt x="48133" y="91313"/>
                    <a:pt x="52960" y="85344"/>
                  </a:cubicBezTo>
                  <a:cubicBezTo>
                    <a:pt x="57785" y="79375"/>
                    <a:pt x="62992" y="73787"/>
                    <a:pt x="68327" y="68326"/>
                  </a:cubicBezTo>
                  <a:cubicBezTo>
                    <a:pt x="73661" y="62865"/>
                    <a:pt x="79376" y="57785"/>
                    <a:pt x="85345" y="52959"/>
                  </a:cubicBezTo>
                  <a:cubicBezTo>
                    <a:pt x="91314" y="48133"/>
                    <a:pt x="97410" y="43561"/>
                    <a:pt x="103760" y="39370"/>
                  </a:cubicBezTo>
                  <a:cubicBezTo>
                    <a:pt x="110110" y="35179"/>
                    <a:pt x="116714" y="31242"/>
                    <a:pt x="123445" y="27559"/>
                  </a:cubicBezTo>
                  <a:cubicBezTo>
                    <a:pt x="130176" y="23876"/>
                    <a:pt x="137034" y="20701"/>
                    <a:pt x="144146" y="17780"/>
                  </a:cubicBezTo>
                  <a:cubicBezTo>
                    <a:pt x="151258" y="14859"/>
                    <a:pt x="158370" y="12319"/>
                    <a:pt x="165736" y="10033"/>
                  </a:cubicBezTo>
                  <a:cubicBezTo>
                    <a:pt x="173102" y="7747"/>
                    <a:pt x="180468" y="5969"/>
                    <a:pt x="187961" y="4445"/>
                  </a:cubicBezTo>
                  <a:cubicBezTo>
                    <a:pt x="195454" y="2921"/>
                    <a:pt x="202947" y="1778"/>
                    <a:pt x="210567" y="1143"/>
                  </a:cubicBezTo>
                  <a:cubicBezTo>
                    <a:pt x="218187" y="508"/>
                    <a:pt x="225807" y="0"/>
                    <a:pt x="233427" y="0"/>
                  </a:cubicBezTo>
                  <a:cubicBezTo>
                    <a:pt x="241047" y="0"/>
                    <a:pt x="248667" y="381"/>
                    <a:pt x="256287" y="1143"/>
                  </a:cubicBezTo>
                  <a:cubicBezTo>
                    <a:pt x="263907" y="1905"/>
                    <a:pt x="271400" y="3048"/>
                    <a:pt x="278893" y="4445"/>
                  </a:cubicBezTo>
                  <a:cubicBezTo>
                    <a:pt x="286386" y="5842"/>
                    <a:pt x="293752" y="7747"/>
                    <a:pt x="301118" y="10033"/>
                  </a:cubicBezTo>
                  <a:cubicBezTo>
                    <a:pt x="308484" y="12319"/>
                    <a:pt x="315596" y="14859"/>
                    <a:pt x="322708" y="17780"/>
                  </a:cubicBezTo>
                  <a:cubicBezTo>
                    <a:pt x="329820" y="20701"/>
                    <a:pt x="336678" y="24003"/>
                    <a:pt x="343409" y="27559"/>
                  </a:cubicBezTo>
                  <a:cubicBezTo>
                    <a:pt x="350140" y="31115"/>
                    <a:pt x="356744" y="35052"/>
                    <a:pt x="363094" y="39370"/>
                  </a:cubicBezTo>
                  <a:cubicBezTo>
                    <a:pt x="369444" y="43688"/>
                    <a:pt x="375540" y="48133"/>
                    <a:pt x="381509" y="52959"/>
                  </a:cubicBezTo>
                  <a:cubicBezTo>
                    <a:pt x="387478" y="57785"/>
                    <a:pt x="393066" y="62992"/>
                    <a:pt x="398527" y="68326"/>
                  </a:cubicBezTo>
                  <a:cubicBezTo>
                    <a:pt x="403988" y="73660"/>
                    <a:pt x="409068" y="79375"/>
                    <a:pt x="413894" y="85344"/>
                  </a:cubicBezTo>
                  <a:cubicBezTo>
                    <a:pt x="418720" y="91313"/>
                    <a:pt x="423292" y="97409"/>
                    <a:pt x="427483" y="103759"/>
                  </a:cubicBezTo>
                  <a:cubicBezTo>
                    <a:pt x="431674" y="110109"/>
                    <a:pt x="435611" y="116713"/>
                    <a:pt x="439294" y="123444"/>
                  </a:cubicBezTo>
                  <a:cubicBezTo>
                    <a:pt x="442977" y="130175"/>
                    <a:pt x="446152" y="137033"/>
                    <a:pt x="449073" y="144145"/>
                  </a:cubicBezTo>
                  <a:cubicBezTo>
                    <a:pt x="451994" y="151257"/>
                    <a:pt x="454534" y="158369"/>
                    <a:pt x="456820" y="165735"/>
                  </a:cubicBezTo>
                  <a:cubicBezTo>
                    <a:pt x="459106" y="173101"/>
                    <a:pt x="460884" y="180467"/>
                    <a:pt x="462408" y="187960"/>
                  </a:cubicBezTo>
                  <a:cubicBezTo>
                    <a:pt x="463932" y="195453"/>
                    <a:pt x="465075" y="202946"/>
                    <a:pt x="465710" y="210566"/>
                  </a:cubicBezTo>
                  <a:cubicBezTo>
                    <a:pt x="466345" y="218186"/>
                    <a:pt x="466853" y="225806"/>
                    <a:pt x="466853" y="233426"/>
                  </a:cubicBez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93877" y="287147"/>
              <a:ext cx="486283" cy="485648"/>
            </a:xfrm>
            <a:custGeom>
              <a:avLst/>
              <a:gdLst/>
              <a:ahLst/>
              <a:cxnLst/>
              <a:rect r="r" b="b" t="t" l="l"/>
              <a:pathLst>
                <a:path h="485648" w="486283">
                  <a:moveTo>
                    <a:pt x="486030" y="242824"/>
                  </a:moveTo>
                  <a:cubicBezTo>
                    <a:pt x="486030" y="250825"/>
                    <a:pt x="485649" y="258699"/>
                    <a:pt x="484887" y="266573"/>
                  </a:cubicBezTo>
                  <a:lnTo>
                    <a:pt x="475362" y="265684"/>
                  </a:lnTo>
                  <a:lnTo>
                    <a:pt x="484887" y="266573"/>
                  </a:lnTo>
                  <a:cubicBezTo>
                    <a:pt x="484125" y="274447"/>
                    <a:pt x="482982" y="282321"/>
                    <a:pt x="481458" y="290195"/>
                  </a:cubicBezTo>
                  <a:cubicBezTo>
                    <a:pt x="479934" y="297942"/>
                    <a:pt x="478029" y="305689"/>
                    <a:pt x="475616" y="313309"/>
                  </a:cubicBezTo>
                  <a:lnTo>
                    <a:pt x="466472" y="310515"/>
                  </a:lnTo>
                  <a:lnTo>
                    <a:pt x="475616" y="313309"/>
                  </a:lnTo>
                  <a:cubicBezTo>
                    <a:pt x="473330" y="320929"/>
                    <a:pt x="470663" y="328422"/>
                    <a:pt x="467615" y="335788"/>
                  </a:cubicBezTo>
                  <a:lnTo>
                    <a:pt x="458852" y="332105"/>
                  </a:lnTo>
                  <a:lnTo>
                    <a:pt x="467615" y="335788"/>
                  </a:lnTo>
                  <a:cubicBezTo>
                    <a:pt x="464567" y="343154"/>
                    <a:pt x="461138" y="350393"/>
                    <a:pt x="457455" y="357378"/>
                  </a:cubicBezTo>
                  <a:lnTo>
                    <a:pt x="449073" y="352933"/>
                  </a:lnTo>
                  <a:lnTo>
                    <a:pt x="457455" y="357378"/>
                  </a:lnTo>
                  <a:cubicBezTo>
                    <a:pt x="453645" y="364363"/>
                    <a:pt x="449581" y="371221"/>
                    <a:pt x="445263" y="377825"/>
                  </a:cubicBezTo>
                  <a:cubicBezTo>
                    <a:pt x="440818" y="384429"/>
                    <a:pt x="436119" y="390779"/>
                    <a:pt x="431039" y="397002"/>
                  </a:cubicBezTo>
                  <a:cubicBezTo>
                    <a:pt x="425959" y="403098"/>
                    <a:pt x="420625" y="409067"/>
                    <a:pt x="415037" y="414655"/>
                  </a:cubicBezTo>
                  <a:cubicBezTo>
                    <a:pt x="409449" y="420243"/>
                    <a:pt x="403480" y="425577"/>
                    <a:pt x="397384" y="430657"/>
                  </a:cubicBezTo>
                  <a:cubicBezTo>
                    <a:pt x="391288" y="435737"/>
                    <a:pt x="384811" y="440436"/>
                    <a:pt x="378207" y="444881"/>
                  </a:cubicBezTo>
                  <a:cubicBezTo>
                    <a:pt x="371603" y="449326"/>
                    <a:pt x="364745" y="453390"/>
                    <a:pt x="357760" y="457073"/>
                  </a:cubicBezTo>
                  <a:lnTo>
                    <a:pt x="353315" y="448691"/>
                  </a:lnTo>
                  <a:lnTo>
                    <a:pt x="357760" y="457073"/>
                  </a:lnTo>
                  <a:cubicBezTo>
                    <a:pt x="350775" y="460883"/>
                    <a:pt x="343536" y="464185"/>
                    <a:pt x="336170" y="467233"/>
                  </a:cubicBezTo>
                  <a:cubicBezTo>
                    <a:pt x="328804" y="470281"/>
                    <a:pt x="321311" y="472948"/>
                    <a:pt x="313691" y="475234"/>
                  </a:cubicBezTo>
                  <a:lnTo>
                    <a:pt x="310897" y="466090"/>
                  </a:lnTo>
                  <a:lnTo>
                    <a:pt x="313691" y="475234"/>
                  </a:lnTo>
                  <a:cubicBezTo>
                    <a:pt x="306071" y="477520"/>
                    <a:pt x="298324" y="479425"/>
                    <a:pt x="290577" y="481076"/>
                  </a:cubicBezTo>
                  <a:cubicBezTo>
                    <a:pt x="282830" y="482600"/>
                    <a:pt x="274956" y="483743"/>
                    <a:pt x="266955" y="484505"/>
                  </a:cubicBezTo>
                  <a:cubicBezTo>
                    <a:pt x="259081" y="485267"/>
                    <a:pt x="251080" y="485648"/>
                    <a:pt x="243206" y="485648"/>
                  </a:cubicBezTo>
                  <a:lnTo>
                    <a:pt x="243206" y="476123"/>
                  </a:lnTo>
                  <a:lnTo>
                    <a:pt x="243206" y="485648"/>
                  </a:lnTo>
                  <a:cubicBezTo>
                    <a:pt x="235205" y="485648"/>
                    <a:pt x="227331" y="485267"/>
                    <a:pt x="219330" y="484505"/>
                  </a:cubicBezTo>
                  <a:cubicBezTo>
                    <a:pt x="211456" y="483743"/>
                    <a:pt x="203582" y="482600"/>
                    <a:pt x="195708" y="481076"/>
                  </a:cubicBezTo>
                  <a:cubicBezTo>
                    <a:pt x="187961" y="479552"/>
                    <a:pt x="180214" y="477647"/>
                    <a:pt x="172594" y="475234"/>
                  </a:cubicBezTo>
                  <a:lnTo>
                    <a:pt x="175388" y="466090"/>
                  </a:lnTo>
                  <a:lnTo>
                    <a:pt x="172594" y="475234"/>
                  </a:lnTo>
                  <a:cubicBezTo>
                    <a:pt x="164974" y="472948"/>
                    <a:pt x="157481" y="470281"/>
                    <a:pt x="150115" y="467233"/>
                  </a:cubicBezTo>
                  <a:cubicBezTo>
                    <a:pt x="142749" y="464185"/>
                    <a:pt x="135637" y="460756"/>
                    <a:pt x="128525" y="457073"/>
                  </a:cubicBezTo>
                  <a:lnTo>
                    <a:pt x="132970" y="448691"/>
                  </a:lnTo>
                  <a:lnTo>
                    <a:pt x="128525" y="457073"/>
                  </a:lnTo>
                  <a:cubicBezTo>
                    <a:pt x="121540" y="453263"/>
                    <a:pt x="114682" y="449199"/>
                    <a:pt x="108078" y="444881"/>
                  </a:cubicBezTo>
                  <a:cubicBezTo>
                    <a:pt x="101474" y="440436"/>
                    <a:pt x="95124" y="435737"/>
                    <a:pt x="88901" y="430657"/>
                  </a:cubicBezTo>
                  <a:cubicBezTo>
                    <a:pt x="82678" y="425577"/>
                    <a:pt x="76836" y="420243"/>
                    <a:pt x="71247" y="414655"/>
                  </a:cubicBezTo>
                  <a:lnTo>
                    <a:pt x="77979" y="407924"/>
                  </a:lnTo>
                  <a:lnTo>
                    <a:pt x="71247" y="414655"/>
                  </a:lnTo>
                  <a:cubicBezTo>
                    <a:pt x="65659" y="409067"/>
                    <a:pt x="60326" y="403098"/>
                    <a:pt x="55245" y="397002"/>
                  </a:cubicBezTo>
                  <a:lnTo>
                    <a:pt x="62611" y="390906"/>
                  </a:lnTo>
                  <a:lnTo>
                    <a:pt x="55245" y="397002"/>
                  </a:lnTo>
                  <a:cubicBezTo>
                    <a:pt x="50165" y="390906"/>
                    <a:pt x="45466" y="384429"/>
                    <a:pt x="41021" y="377825"/>
                  </a:cubicBezTo>
                  <a:lnTo>
                    <a:pt x="48895" y="372491"/>
                  </a:lnTo>
                  <a:lnTo>
                    <a:pt x="41021" y="377825"/>
                  </a:lnTo>
                  <a:cubicBezTo>
                    <a:pt x="36576" y="371221"/>
                    <a:pt x="32512" y="364363"/>
                    <a:pt x="28702" y="357378"/>
                  </a:cubicBezTo>
                  <a:cubicBezTo>
                    <a:pt x="25019" y="350393"/>
                    <a:pt x="21590" y="343154"/>
                    <a:pt x="18542" y="335788"/>
                  </a:cubicBezTo>
                  <a:cubicBezTo>
                    <a:pt x="15494" y="328422"/>
                    <a:pt x="12827" y="320929"/>
                    <a:pt x="10541" y="313309"/>
                  </a:cubicBezTo>
                  <a:cubicBezTo>
                    <a:pt x="8255" y="305689"/>
                    <a:pt x="6350" y="297942"/>
                    <a:pt x="4699" y="290195"/>
                  </a:cubicBezTo>
                  <a:lnTo>
                    <a:pt x="14097" y="288290"/>
                  </a:lnTo>
                  <a:lnTo>
                    <a:pt x="4699" y="290195"/>
                  </a:lnTo>
                  <a:cubicBezTo>
                    <a:pt x="3175" y="282448"/>
                    <a:pt x="2032" y="274574"/>
                    <a:pt x="1143" y="266573"/>
                  </a:cubicBezTo>
                  <a:lnTo>
                    <a:pt x="10668" y="265684"/>
                  </a:lnTo>
                  <a:lnTo>
                    <a:pt x="1143" y="266573"/>
                  </a:lnTo>
                  <a:cubicBezTo>
                    <a:pt x="381" y="258699"/>
                    <a:pt x="0" y="250698"/>
                    <a:pt x="0" y="242824"/>
                  </a:cubicBezTo>
                  <a:lnTo>
                    <a:pt x="9525" y="242824"/>
                  </a:lnTo>
                  <a:lnTo>
                    <a:pt x="0" y="242824"/>
                  </a:lnTo>
                  <a:cubicBezTo>
                    <a:pt x="0" y="234823"/>
                    <a:pt x="381" y="226949"/>
                    <a:pt x="1143" y="219075"/>
                  </a:cubicBezTo>
                  <a:lnTo>
                    <a:pt x="10668" y="219964"/>
                  </a:lnTo>
                  <a:lnTo>
                    <a:pt x="1143" y="219075"/>
                  </a:lnTo>
                  <a:cubicBezTo>
                    <a:pt x="1905" y="211201"/>
                    <a:pt x="3048" y="203327"/>
                    <a:pt x="4699" y="195453"/>
                  </a:cubicBezTo>
                  <a:lnTo>
                    <a:pt x="14097" y="197358"/>
                  </a:lnTo>
                  <a:lnTo>
                    <a:pt x="4954" y="195453"/>
                  </a:lnTo>
                  <a:cubicBezTo>
                    <a:pt x="6477" y="187706"/>
                    <a:pt x="8383" y="179959"/>
                    <a:pt x="10795" y="172339"/>
                  </a:cubicBezTo>
                  <a:lnTo>
                    <a:pt x="19940" y="175133"/>
                  </a:lnTo>
                  <a:lnTo>
                    <a:pt x="10795" y="172339"/>
                  </a:lnTo>
                  <a:cubicBezTo>
                    <a:pt x="13081" y="164719"/>
                    <a:pt x="15748" y="157226"/>
                    <a:pt x="18797" y="149860"/>
                  </a:cubicBezTo>
                  <a:cubicBezTo>
                    <a:pt x="21845" y="142494"/>
                    <a:pt x="25273" y="135382"/>
                    <a:pt x="28956" y="128270"/>
                  </a:cubicBezTo>
                  <a:cubicBezTo>
                    <a:pt x="32767" y="121285"/>
                    <a:pt x="36831" y="114427"/>
                    <a:pt x="41276" y="107823"/>
                  </a:cubicBezTo>
                  <a:lnTo>
                    <a:pt x="49150" y="113157"/>
                  </a:lnTo>
                  <a:lnTo>
                    <a:pt x="41276" y="107823"/>
                  </a:lnTo>
                  <a:cubicBezTo>
                    <a:pt x="45720" y="101219"/>
                    <a:pt x="50420" y="94869"/>
                    <a:pt x="55500" y="88646"/>
                  </a:cubicBezTo>
                  <a:lnTo>
                    <a:pt x="62865" y="94742"/>
                  </a:lnTo>
                  <a:lnTo>
                    <a:pt x="55500" y="88773"/>
                  </a:lnTo>
                  <a:cubicBezTo>
                    <a:pt x="60579" y="82550"/>
                    <a:pt x="65914" y="76708"/>
                    <a:pt x="71501" y="71120"/>
                  </a:cubicBezTo>
                  <a:lnTo>
                    <a:pt x="78233" y="77851"/>
                  </a:lnTo>
                  <a:lnTo>
                    <a:pt x="71501" y="71120"/>
                  </a:lnTo>
                  <a:cubicBezTo>
                    <a:pt x="77090" y="65532"/>
                    <a:pt x="83059" y="60198"/>
                    <a:pt x="89155" y="55118"/>
                  </a:cubicBezTo>
                  <a:cubicBezTo>
                    <a:pt x="95251" y="50038"/>
                    <a:pt x="101728" y="45339"/>
                    <a:pt x="108332" y="40894"/>
                  </a:cubicBezTo>
                  <a:cubicBezTo>
                    <a:pt x="114936" y="36449"/>
                    <a:pt x="121794" y="32385"/>
                    <a:pt x="128779" y="28702"/>
                  </a:cubicBezTo>
                  <a:cubicBezTo>
                    <a:pt x="135764" y="25019"/>
                    <a:pt x="143003" y="21590"/>
                    <a:pt x="150369" y="18542"/>
                  </a:cubicBezTo>
                  <a:cubicBezTo>
                    <a:pt x="157735" y="15494"/>
                    <a:pt x="165228" y="12827"/>
                    <a:pt x="172848" y="10541"/>
                  </a:cubicBezTo>
                  <a:lnTo>
                    <a:pt x="175642" y="19685"/>
                  </a:lnTo>
                  <a:lnTo>
                    <a:pt x="172848" y="10541"/>
                  </a:lnTo>
                  <a:cubicBezTo>
                    <a:pt x="180468" y="8255"/>
                    <a:pt x="188215" y="6350"/>
                    <a:pt x="195962" y="4699"/>
                  </a:cubicBezTo>
                  <a:lnTo>
                    <a:pt x="197867" y="14097"/>
                  </a:lnTo>
                  <a:lnTo>
                    <a:pt x="195962" y="4699"/>
                  </a:lnTo>
                  <a:cubicBezTo>
                    <a:pt x="203709" y="3175"/>
                    <a:pt x="211583" y="2032"/>
                    <a:pt x="219584" y="1143"/>
                  </a:cubicBezTo>
                  <a:cubicBezTo>
                    <a:pt x="227458" y="381"/>
                    <a:pt x="235459" y="0"/>
                    <a:pt x="243460" y="0"/>
                  </a:cubicBezTo>
                  <a:lnTo>
                    <a:pt x="243460" y="9525"/>
                  </a:lnTo>
                  <a:lnTo>
                    <a:pt x="243460" y="0"/>
                  </a:lnTo>
                  <a:cubicBezTo>
                    <a:pt x="251461" y="0"/>
                    <a:pt x="259335" y="381"/>
                    <a:pt x="267209" y="1143"/>
                  </a:cubicBezTo>
                  <a:lnTo>
                    <a:pt x="266320" y="10668"/>
                  </a:lnTo>
                  <a:lnTo>
                    <a:pt x="267209" y="1143"/>
                  </a:lnTo>
                  <a:cubicBezTo>
                    <a:pt x="275083" y="1905"/>
                    <a:pt x="282957" y="3048"/>
                    <a:pt x="290831" y="4699"/>
                  </a:cubicBezTo>
                  <a:lnTo>
                    <a:pt x="288926" y="14097"/>
                  </a:lnTo>
                  <a:lnTo>
                    <a:pt x="290831" y="4699"/>
                  </a:lnTo>
                  <a:cubicBezTo>
                    <a:pt x="298705" y="6223"/>
                    <a:pt x="306325" y="8128"/>
                    <a:pt x="313945" y="10541"/>
                  </a:cubicBezTo>
                  <a:lnTo>
                    <a:pt x="311151" y="19685"/>
                  </a:lnTo>
                  <a:lnTo>
                    <a:pt x="313945" y="10541"/>
                  </a:lnTo>
                  <a:cubicBezTo>
                    <a:pt x="321565" y="12827"/>
                    <a:pt x="329058" y="15494"/>
                    <a:pt x="336424" y="18542"/>
                  </a:cubicBezTo>
                  <a:cubicBezTo>
                    <a:pt x="343790" y="21590"/>
                    <a:pt x="350902" y="25019"/>
                    <a:pt x="358014" y="28702"/>
                  </a:cubicBezTo>
                  <a:cubicBezTo>
                    <a:pt x="364999" y="32512"/>
                    <a:pt x="371857" y="36576"/>
                    <a:pt x="378461" y="40894"/>
                  </a:cubicBezTo>
                  <a:cubicBezTo>
                    <a:pt x="385065" y="45339"/>
                    <a:pt x="391415" y="50038"/>
                    <a:pt x="397638" y="55118"/>
                  </a:cubicBezTo>
                  <a:cubicBezTo>
                    <a:pt x="403734" y="60198"/>
                    <a:pt x="409703" y="65532"/>
                    <a:pt x="415291" y="71120"/>
                  </a:cubicBezTo>
                  <a:cubicBezTo>
                    <a:pt x="420879" y="76708"/>
                    <a:pt x="426213" y="82677"/>
                    <a:pt x="431293" y="88773"/>
                  </a:cubicBezTo>
                  <a:lnTo>
                    <a:pt x="423927" y="94869"/>
                  </a:lnTo>
                  <a:lnTo>
                    <a:pt x="431293" y="88773"/>
                  </a:lnTo>
                  <a:cubicBezTo>
                    <a:pt x="436373" y="94869"/>
                    <a:pt x="441072" y="101346"/>
                    <a:pt x="445517" y="107950"/>
                  </a:cubicBezTo>
                  <a:cubicBezTo>
                    <a:pt x="449962" y="114554"/>
                    <a:pt x="454026" y="121412"/>
                    <a:pt x="457709" y="128397"/>
                  </a:cubicBezTo>
                  <a:lnTo>
                    <a:pt x="449327" y="132842"/>
                  </a:lnTo>
                  <a:lnTo>
                    <a:pt x="457709" y="128397"/>
                  </a:lnTo>
                  <a:cubicBezTo>
                    <a:pt x="461519" y="135382"/>
                    <a:pt x="464821" y="142621"/>
                    <a:pt x="467869" y="149987"/>
                  </a:cubicBezTo>
                  <a:lnTo>
                    <a:pt x="459106" y="153670"/>
                  </a:lnTo>
                  <a:lnTo>
                    <a:pt x="467869" y="149987"/>
                  </a:lnTo>
                  <a:cubicBezTo>
                    <a:pt x="470917" y="157353"/>
                    <a:pt x="473584" y="164846"/>
                    <a:pt x="475870" y="172466"/>
                  </a:cubicBezTo>
                  <a:lnTo>
                    <a:pt x="466726" y="175260"/>
                  </a:lnTo>
                  <a:lnTo>
                    <a:pt x="475870" y="172466"/>
                  </a:lnTo>
                  <a:cubicBezTo>
                    <a:pt x="478156" y="180086"/>
                    <a:pt x="480061" y="187833"/>
                    <a:pt x="481712" y="195580"/>
                  </a:cubicBezTo>
                  <a:cubicBezTo>
                    <a:pt x="483236" y="203327"/>
                    <a:pt x="484379" y="211201"/>
                    <a:pt x="485141" y="219202"/>
                  </a:cubicBezTo>
                  <a:lnTo>
                    <a:pt x="475616" y="220091"/>
                  </a:lnTo>
                  <a:lnTo>
                    <a:pt x="485141" y="219202"/>
                  </a:lnTo>
                  <a:cubicBezTo>
                    <a:pt x="485903" y="227076"/>
                    <a:pt x="486284" y="235077"/>
                    <a:pt x="486284" y="242951"/>
                  </a:cubicBezTo>
                  <a:lnTo>
                    <a:pt x="476759" y="242951"/>
                  </a:lnTo>
                  <a:lnTo>
                    <a:pt x="486284" y="242951"/>
                  </a:lnTo>
                  <a:moveTo>
                    <a:pt x="467234" y="242951"/>
                  </a:moveTo>
                  <a:cubicBezTo>
                    <a:pt x="467234" y="235585"/>
                    <a:pt x="466853" y="228346"/>
                    <a:pt x="466091" y="220980"/>
                  </a:cubicBezTo>
                  <a:cubicBezTo>
                    <a:pt x="465329" y="213741"/>
                    <a:pt x="464313" y="206375"/>
                    <a:pt x="462916" y="199263"/>
                  </a:cubicBezTo>
                  <a:lnTo>
                    <a:pt x="472314" y="197358"/>
                  </a:lnTo>
                  <a:lnTo>
                    <a:pt x="462916" y="199263"/>
                  </a:lnTo>
                  <a:cubicBezTo>
                    <a:pt x="461519" y="192024"/>
                    <a:pt x="459741" y="184912"/>
                    <a:pt x="457582" y="177927"/>
                  </a:cubicBezTo>
                  <a:cubicBezTo>
                    <a:pt x="455423" y="170942"/>
                    <a:pt x="453010" y="164084"/>
                    <a:pt x="450216" y="157226"/>
                  </a:cubicBezTo>
                  <a:cubicBezTo>
                    <a:pt x="447422" y="150495"/>
                    <a:pt x="444247" y="143891"/>
                    <a:pt x="440818" y="137414"/>
                  </a:cubicBezTo>
                  <a:cubicBezTo>
                    <a:pt x="437389" y="130937"/>
                    <a:pt x="433579" y="124714"/>
                    <a:pt x="429515" y="118618"/>
                  </a:cubicBezTo>
                  <a:lnTo>
                    <a:pt x="437389" y="113284"/>
                  </a:lnTo>
                  <a:lnTo>
                    <a:pt x="429515" y="118618"/>
                  </a:lnTo>
                  <a:cubicBezTo>
                    <a:pt x="425451" y="112522"/>
                    <a:pt x="421133" y="106680"/>
                    <a:pt x="416434" y="100965"/>
                  </a:cubicBezTo>
                  <a:cubicBezTo>
                    <a:pt x="411735" y="95250"/>
                    <a:pt x="406909" y="89916"/>
                    <a:pt x="401702" y="84709"/>
                  </a:cubicBezTo>
                  <a:lnTo>
                    <a:pt x="408433" y="77978"/>
                  </a:lnTo>
                  <a:lnTo>
                    <a:pt x="401702" y="84709"/>
                  </a:lnTo>
                  <a:cubicBezTo>
                    <a:pt x="396495" y="79502"/>
                    <a:pt x="391034" y="74549"/>
                    <a:pt x="385446" y="69977"/>
                  </a:cubicBezTo>
                  <a:lnTo>
                    <a:pt x="391542" y="62611"/>
                  </a:lnTo>
                  <a:lnTo>
                    <a:pt x="385573" y="69977"/>
                  </a:lnTo>
                  <a:cubicBezTo>
                    <a:pt x="379858" y="65278"/>
                    <a:pt x="374016" y="60960"/>
                    <a:pt x="367920" y="56896"/>
                  </a:cubicBezTo>
                  <a:lnTo>
                    <a:pt x="373254" y="49022"/>
                  </a:lnTo>
                  <a:lnTo>
                    <a:pt x="367920" y="56896"/>
                  </a:lnTo>
                  <a:cubicBezTo>
                    <a:pt x="361824" y="52832"/>
                    <a:pt x="355601" y="49022"/>
                    <a:pt x="349124" y="45593"/>
                  </a:cubicBezTo>
                  <a:lnTo>
                    <a:pt x="353569" y="37211"/>
                  </a:lnTo>
                  <a:lnTo>
                    <a:pt x="349124" y="45593"/>
                  </a:lnTo>
                  <a:cubicBezTo>
                    <a:pt x="342647" y="42164"/>
                    <a:pt x="336043" y="38989"/>
                    <a:pt x="329312" y="36195"/>
                  </a:cubicBezTo>
                  <a:lnTo>
                    <a:pt x="332995" y="27432"/>
                  </a:lnTo>
                  <a:lnTo>
                    <a:pt x="329312" y="36195"/>
                  </a:lnTo>
                  <a:cubicBezTo>
                    <a:pt x="322581" y="33401"/>
                    <a:pt x="315596" y="30861"/>
                    <a:pt x="308611" y="28829"/>
                  </a:cubicBezTo>
                  <a:cubicBezTo>
                    <a:pt x="301626" y="26670"/>
                    <a:pt x="294514" y="24892"/>
                    <a:pt x="287275" y="23495"/>
                  </a:cubicBezTo>
                  <a:cubicBezTo>
                    <a:pt x="280036" y="22098"/>
                    <a:pt x="272924" y="20955"/>
                    <a:pt x="265558" y="20320"/>
                  </a:cubicBezTo>
                  <a:cubicBezTo>
                    <a:pt x="258319" y="19558"/>
                    <a:pt x="250953" y="19304"/>
                    <a:pt x="243587" y="19304"/>
                  </a:cubicBezTo>
                  <a:cubicBezTo>
                    <a:pt x="236221" y="19304"/>
                    <a:pt x="228982" y="19685"/>
                    <a:pt x="221616" y="20320"/>
                  </a:cubicBezTo>
                  <a:lnTo>
                    <a:pt x="220727" y="10795"/>
                  </a:lnTo>
                  <a:lnTo>
                    <a:pt x="221616" y="20320"/>
                  </a:lnTo>
                  <a:cubicBezTo>
                    <a:pt x="214377" y="21082"/>
                    <a:pt x="207138" y="22098"/>
                    <a:pt x="199899" y="23495"/>
                  </a:cubicBezTo>
                  <a:cubicBezTo>
                    <a:pt x="192660" y="24892"/>
                    <a:pt x="185548" y="26670"/>
                    <a:pt x="178563" y="28829"/>
                  </a:cubicBezTo>
                  <a:cubicBezTo>
                    <a:pt x="171578" y="30988"/>
                    <a:pt x="164720" y="33401"/>
                    <a:pt x="157862" y="36195"/>
                  </a:cubicBezTo>
                  <a:lnTo>
                    <a:pt x="154179" y="27432"/>
                  </a:lnTo>
                  <a:lnTo>
                    <a:pt x="157862" y="36195"/>
                  </a:lnTo>
                  <a:cubicBezTo>
                    <a:pt x="151131" y="38989"/>
                    <a:pt x="144400" y="42164"/>
                    <a:pt x="138050" y="45593"/>
                  </a:cubicBezTo>
                  <a:lnTo>
                    <a:pt x="133224" y="37084"/>
                  </a:lnTo>
                  <a:lnTo>
                    <a:pt x="137669" y="45466"/>
                  </a:lnTo>
                  <a:cubicBezTo>
                    <a:pt x="131192" y="48895"/>
                    <a:pt x="124969" y="52705"/>
                    <a:pt x="118873" y="56769"/>
                  </a:cubicBezTo>
                  <a:lnTo>
                    <a:pt x="113539" y="48895"/>
                  </a:lnTo>
                  <a:lnTo>
                    <a:pt x="118873" y="56769"/>
                  </a:lnTo>
                  <a:cubicBezTo>
                    <a:pt x="112777" y="60833"/>
                    <a:pt x="106935" y="65278"/>
                    <a:pt x="101220" y="69850"/>
                  </a:cubicBezTo>
                  <a:lnTo>
                    <a:pt x="95124" y="62484"/>
                  </a:lnTo>
                  <a:lnTo>
                    <a:pt x="101220" y="69850"/>
                  </a:lnTo>
                  <a:cubicBezTo>
                    <a:pt x="95505" y="74549"/>
                    <a:pt x="90171" y="79375"/>
                    <a:pt x="84964" y="84582"/>
                  </a:cubicBezTo>
                  <a:cubicBezTo>
                    <a:pt x="79757" y="89789"/>
                    <a:pt x="74804" y="95250"/>
                    <a:pt x="70231" y="100838"/>
                  </a:cubicBezTo>
                  <a:cubicBezTo>
                    <a:pt x="65532" y="106553"/>
                    <a:pt x="61215" y="112395"/>
                    <a:pt x="57151" y="118491"/>
                  </a:cubicBezTo>
                  <a:cubicBezTo>
                    <a:pt x="53087" y="124587"/>
                    <a:pt x="49276" y="130810"/>
                    <a:pt x="45848" y="137287"/>
                  </a:cubicBezTo>
                  <a:lnTo>
                    <a:pt x="37465" y="132842"/>
                  </a:lnTo>
                  <a:lnTo>
                    <a:pt x="45848" y="137287"/>
                  </a:lnTo>
                  <a:cubicBezTo>
                    <a:pt x="42418" y="143764"/>
                    <a:pt x="39243" y="150368"/>
                    <a:pt x="36449" y="157099"/>
                  </a:cubicBezTo>
                  <a:lnTo>
                    <a:pt x="27687" y="153416"/>
                  </a:lnTo>
                  <a:lnTo>
                    <a:pt x="36449" y="157099"/>
                  </a:lnTo>
                  <a:cubicBezTo>
                    <a:pt x="33656" y="163830"/>
                    <a:pt x="31242" y="170815"/>
                    <a:pt x="29084" y="177800"/>
                  </a:cubicBezTo>
                  <a:cubicBezTo>
                    <a:pt x="26924" y="184785"/>
                    <a:pt x="25146" y="191897"/>
                    <a:pt x="23749" y="199136"/>
                  </a:cubicBezTo>
                  <a:cubicBezTo>
                    <a:pt x="22352" y="206375"/>
                    <a:pt x="21209" y="213614"/>
                    <a:pt x="20574" y="220853"/>
                  </a:cubicBezTo>
                  <a:cubicBezTo>
                    <a:pt x="19812" y="228092"/>
                    <a:pt x="19559" y="235458"/>
                    <a:pt x="19559" y="242824"/>
                  </a:cubicBezTo>
                  <a:cubicBezTo>
                    <a:pt x="19559" y="250190"/>
                    <a:pt x="19940" y="257429"/>
                    <a:pt x="20574" y="264795"/>
                  </a:cubicBezTo>
                  <a:cubicBezTo>
                    <a:pt x="21337" y="272161"/>
                    <a:pt x="22352" y="279400"/>
                    <a:pt x="23749" y="286512"/>
                  </a:cubicBezTo>
                  <a:cubicBezTo>
                    <a:pt x="25146" y="293751"/>
                    <a:pt x="26924" y="300863"/>
                    <a:pt x="29084" y="307848"/>
                  </a:cubicBezTo>
                  <a:lnTo>
                    <a:pt x="19940" y="310642"/>
                  </a:lnTo>
                  <a:lnTo>
                    <a:pt x="29084" y="307848"/>
                  </a:lnTo>
                  <a:cubicBezTo>
                    <a:pt x="31242" y="314833"/>
                    <a:pt x="33656" y="321818"/>
                    <a:pt x="36449" y="328549"/>
                  </a:cubicBezTo>
                  <a:lnTo>
                    <a:pt x="27687" y="332232"/>
                  </a:lnTo>
                  <a:lnTo>
                    <a:pt x="36449" y="328549"/>
                  </a:lnTo>
                  <a:cubicBezTo>
                    <a:pt x="39243" y="335280"/>
                    <a:pt x="42418" y="342011"/>
                    <a:pt x="45848" y="348361"/>
                  </a:cubicBezTo>
                  <a:lnTo>
                    <a:pt x="37465" y="352806"/>
                  </a:lnTo>
                  <a:lnTo>
                    <a:pt x="45848" y="348361"/>
                  </a:lnTo>
                  <a:cubicBezTo>
                    <a:pt x="49276" y="354838"/>
                    <a:pt x="53087" y="361061"/>
                    <a:pt x="57151" y="367157"/>
                  </a:cubicBezTo>
                  <a:cubicBezTo>
                    <a:pt x="61215" y="373253"/>
                    <a:pt x="65532" y="379095"/>
                    <a:pt x="70231" y="384810"/>
                  </a:cubicBezTo>
                  <a:cubicBezTo>
                    <a:pt x="74804" y="390525"/>
                    <a:pt x="79757" y="395859"/>
                    <a:pt x="84964" y="401066"/>
                  </a:cubicBezTo>
                  <a:cubicBezTo>
                    <a:pt x="90171" y="406273"/>
                    <a:pt x="95505" y="411226"/>
                    <a:pt x="101220" y="415798"/>
                  </a:cubicBezTo>
                  <a:lnTo>
                    <a:pt x="95124" y="423164"/>
                  </a:lnTo>
                  <a:lnTo>
                    <a:pt x="101220" y="415798"/>
                  </a:lnTo>
                  <a:cubicBezTo>
                    <a:pt x="106935" y="420497"/>
                    <a:pt x="112777" y="424815"/>
                    <a:pt x="118873" y="428879"/>
                  </a:cubicBezTo>
                  <a:lnTo>
                    <a:pt x="113539" y="436753"/>
                  </a:lnTo>
                  <a:lnTo>
                    <a:pt x="118873" y="428879"/>
                  </a:lnTo>
                  <a:cubicBezTo>
                    <a:pt x="124969" y="432943"/>
                    <a:pt x="131192" y="436753"/>
                    <a:pt x="137669" y="440182"/>
                  </a:cubicBezTo>
                  <a:cubicBezTo>
                    <a:pt x="144146" y="443611"/>
                    <a:pt x="150750" y="446786"/>
                    <a:pt x="157481" y="449580"/>
                  </a:cubicBezTo>
                  <a:lnTo>
                    <a:pt x="153798" y="458343"/>
                  </a:lnTo>
                  <a:lnTo>
                    <a:pt x="157481" y="449580"/>
                  </a:lnTo>
                  <a:cubicBezTo>
                    <a:pt x="164212" y="452374"/>
                    <a:pt x="171197" y="454914"/>
                    <a:pt x="178182" y="456946"/>
                  </a:cubicBezTo>
                  <a:cubicBezTo>
                    <a:pt x="185167" y="459105"/>
                    <a:pt x="192279" y="460883"/>
                    <a:pt x="199518" y="462280"/>
                  </a:cubicBezTo>
                  <a:lnTo>
                    <a:pt x="197613" y="471678"/>
                  </a:lnTo>
                  <a:lnTo>
                    <a:pt x="199518" y="462280"/>
                  </a:lnTo>
                  <a:cubicBezTo>
                    <a:pt x="206757" y="463677"/>
                    <a:pt x="213996" y="464820"/>
                    <a:pt x="221235" y="465455"/>
                  </a:cubicBezTo>
                  <a:lnTo>
                    <a:pt x="220346" y="474980"/>
                  </a:lnTo>
                  <a:lnTo>
                    <a:pt x="221235" y="465455"/>
                  </a:lnTo>
                  <a:cubicBezTo>
                    <a:pt x="228474" y="466217"/>
                    <a:pt x="235840" y="466598"/>
                    <a:pt x="243206" y="466598"/>
                  </a:cubicBezTo>
                  <a:cubicBezTo>
                    <a:pt x="250572" y="466598"/>
                    <a:pt x="257811" y="466217"/>
                    <a:pt x="265177" y="465455"/>
                  </a:cubicBezTo>
                  <a:lnTo>
                    <a:pt x="266066" y="474980"/>
                  </a:lnTo>
                  <a:lnTo>
                    <a:pt x="265177" y="465455"/>
                  </a:lnTo>
                  <a:cubicBezTo>
                    <a:pt x="272416" y="464693"/>
                    <a:pt x="279655" y="463677"/>
                    <a:pt x="286894" y="462280"/>
                  </a:cubicBezTo>
                  <a:lnTo>
                    <a:pt x="288799" y="471678"/>
                  </a:lnTo>
                  <a:lnTo>
                    <a:pt x="286894" y="462280"/>
                  </a:lnTo>
                  <a:cubicBezTo>
                    <a:pt x="294133" y="460883"/>
                    <a:pt x="301245" y="459105"/>
                    <a:pt x="308230" y="456946"/>
                  </a:cubicBezTo>
                  <a:cubicBezTo>
                    <a:pt x="315215" y="454787"/>
                    <a:pt x="322073" y="452374"/>
                    <a:pt x="328931" y="449580"/>
                  </a:cubicBezTo>
                  <a:lnTo>
                    <a:pt x="332614" y="458343"/>
                  </a:lnTo>
                  <a:lnTo>
                    <a:pt x="328931" y="449580"/>
                  </a:lnTo>
                  <a:cubicBezTo>
                    <a:pt x="335789" y="446786"/>
                    <a:pt x="342393" y="443611"/>
                    <a:pt x="348743" y="440182"/>
                  </a:cubicBezTo>
                  <a:cubicBezTo>
                    <a:pt x="355220" y="436753"/>
                    <a:pt x="361443" y="432943"/>
                    <a:pt x="367539" y="428879"/>
                  </a:cubicBezTo>
                  <a:lnTo>
                    <a:pt x="372873" y="436753"/>
                  </a:lnTo>
                  <a:lnTo>
                    <a:pt x="367539" y="428879"/>
                  </a:lnTo>
                  <a:cubicBezTo>
                    <a:pt x="373635" y="424815"/>
                    <a:pt x="379477" y="420497"/>
                    <a:pt x="385192" y="415798"/>
                  </a:cubicBezTo>
                  <a:lnTo>
                    <a:pt x="391161" y="423164"/>
                  </a:lnTo>
                  <a:lnTo>
                    <a:pt x="385065" y="415798"/>
                  </a:lnTo>
                  <a:cubicBezTo>
                    <a:pt x="390780" y="411099"/>
                    <a:pt x="396114" y="406273"/>
                    <a:pt x="401321" y="401066"/>
                  </a:cubicBezTo>
                  <a:lnTo>
                    <a:pt x="408052" y="407797"/>
                  </a:lnTo>
                  <a:lnTo>
                    <a:pt x="401321" y="401066"/>
                  </a:lnTo>
                  <a:cubicBezTo>
                    <a:pt x="406528" y="395859"/>
                    <a:pt x="411481" y="390398"/>
                    <a:pt x="416053" y="384810"/>
                  </a:cubicBezTo>
                  <a:lnTo>
                    <a:pt x="423419" y="390906"/>
                  </a:lnTo>
                  <a:lnTo>
                    <a:pt x="416053" y="384810"/>
                  </a:lnTo>
                  <a:cubicBezTo>
                    <a:pt x="420752" y="379095"/>
                    <a:pt x="425070" y="373253"/>
                    <a:pt x="429134" y="367157"/>
                  </a:cubicBezTo>
                  <a:lnTo>
                    <a:pt x="437008" y="372491"/>
                  </a:lnTo>
                  <a:lnTo>
                    <a:pt x="429134" y="367157"/>
                  </a:lnTo>
                  <a:cubicBezTo>
                    <a:pt x="433198" y="361061"/>
                    <a:pt x="437008" y="354838"/>
                    <a:pt x="440437" y="348361"/>
                  </a:cubicBezTo>
                  <a:cubicBezTo>
                    <a:pt x="443866" y="341884"/>
                    <a:pt x="447041" y="335280"/>
                    <a:pt x="449835" y="328549"/>
                  </a:cubicBezTo>
                  <a:cubicBezTo>
                    <a:pt x="452629" y="321818"/>
                    <a:pt x="455169" y="314833"/>
                    <a:pt x="457201" y="307848"/>
                  </a:cubicBezTo>
                  <a:cubicBezTo>
                    <a:pt x="459360" y="300863"/>
                    <a:pt x="461138" y="293751"/>
                    <a:pt x="462535" y="286512"/>
                  </a:cubicBezTo>
                  <a:lnTo>
                    <a:pt x="471933" y="288417"/>
                  </a:lnTo>
                  <a:lnTo>
                    <a:pt x="462535" y="286512"/>
                  </a:lnTo>
                  <a:cubicBezTo>
                    <a:pt x="463932" y="279273"/>
                    <a:pt x="465075" y="272034"/>
                    <a:pt x="465710" y="264795"/>
                  </a:cubicBezTo>
                  <a:cubicBezTo>
                    <a:pt x="466472" y="257556"/>
                    <a:pt x="466853" y="250190"/>
                    <a:pt x="466853" y="242824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64516" y="2627414"/>
            <a:ext cx="219075" cy="219075"/>
            <a:chOff x="0" y="0"/>
            <a:chExt cx="292100" cy="292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1973" cy="292100"/>
            </a:xfrm>
            <a:custGeom>
              <a:avLst/>
              <a:gdLst/>
              <a:ahLst/>
              <a:cxnLst/>
              <a:rect r="r" b="b" t="t" l="l"/>
              <a:pathLst>
                <a:path h="292100" w="291973">
                  <a:moveTo>
                    <a:pt x="146050" y="0"/>
                  </a:moveTo>
                  <a:cubicBezTo>
                    <a:pt x="126619" y="0"/>
                    <a:pt x="108077" y="3683"/>
                    <a:pt x="90170" y="11049"/>
                  </a:cubicBezTo>
                  <a:cubicBezTo>
                    <a:pt x="72263" y="18415"/>
                    <a:pt x="56515" y="29083"/>
                    <a:pt x="42799" y="42799"/>
                  </a:cubicBezTo>
                  <a:cubicBezTo>
                    <a:pt x="29083" y="56515"/>
                    <a:pt x="18542" y="72263"/>
                    <a:pt x="11049" y="90170"/>
                  </a:cubicBezTo>
                  <a:cubicBezTo>
                    <a:pt x="3556" y="108077"/>
                    <a:pt x="0" y="126619"/>
                    <a:pt x="0" y="146050"/>
                  </a:cubicBezTo>
                  <a:cubicBezTo>
                    <a:pt x="0" y="165481"/>
                    <a:pt x="3683" y="184023"/>
                    <a:pt x="11049" y="201930"/>
                  </a:cubicBezTo>
                  <a:cubicBezTo>
                    <a:pt x="18415" y="219837"/>
                    <a:pt x="28956" y="235585"/>
                    <a:pt x="42672" y="249301"/>
                  </a:cubicBezTo>
                  <a:cubicBezTo>
                    <a:pt x="56388" y="263017"/>
                    <a:pt x="72136" y="273558"/>
                    <a:pt x="90043" y="280924"/>
                  </a:cubicBezTo>
                  <a:cubicBezTo>
                    <a:pt x="107950" y="288290"/>
                    <a:pt x="126619" y="292100"/>
                    <a:pt x="145923" y="292100"/>
                  </a:cubicBezTo>
                  <a:cubicBezTo>
                    <a:pt x="165227" y="292100"/>
                    <a:pt x="183896" y="288417"/>
                    <a:pt x="201803" y="280924"/>
                  </a:cubicBezTo>
                  <a:cubicBezTo>
                    <a:pt x="219710" y="273431"/>
                    <a:pt x="235458" y="263017"/>
                    <a:pt x="249174" y="249301"/>
                  </a:cubicBezTo>
                  <a:cubicBezTo>
                    <a:pt x="262890" y="235585"/>
                    <a:pt x="273431" y="219837"/>
                    <a:pt x="280797" y="201930"/>
                  </a:cubicBezTo>
                  <a:cubicBezTo>
                    <a:pt x="288163" y="184023"/>
                    <a:pt x="291973" y="165354"/>
                    <a:pt x="291973" y="146050"/>
                  </a:cubicBezTo>
                  <a:cubicBezTo>
                    <a:pt x="291973" y="126746"/>
                    <a:pt x="288290" y="108077"/>
                    <a:pt x="280797" y="90170"/>
                  </a:cubicBezTo>
                  <a:cubicBezTo>
                    <a:pt x="273304" y="72263"/>
                    <a:pt x="262890" y="56515"/>
                    <a:pt x="249174" y="42799"/>
                  </a:cubicBezTo>
                  <a:cubicBezTo>
                    <a:pt x="235458" y="29083"/>
                    <a:pt x="219837" y="18542"/>
                    <a:pt x="201930" y="11049"/>
                  </a:cubicBezTo>
                  <a:cubicBezTo>
                    <a:pt x="184023" y="3556"/>
                    <a:pt x="165354" y="0"/>
                    <a:pt x="146050" y="0"/>
                  </a:cubicBezTo>
                  <a:close/>
                </a:path>
              </a:pathLst>
            </a:custGeom>
            <a:blipFill>
              <a:blip r:embed="rId5"/>
              <a:stretch>
                <a:fillRect l="-39" t="0" r="-86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636971" y="3614395"/>
            <a:ext cx="1559052" cy="1559062"/>
            <a:chOff x="0" y="0"/>
            <a:chExt cx="1559052" cy="15590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5565" y="75819"/>
              <a:ext cx="1407669" cy="1407669"/>
            </a:xfrm>
            <a:custGeom>
              <a:avLst/>
              <a:gdLst/>
              <a:ahLst/>
              <a:cxnLst/>
              <a:rect r="r" b="b" t="t" l="l"/>
              <a:pathLst>
                <a:path h="1407669" w="1407669">
                  <a:moveTo>
                    <a:pt x="1407669" y="0"/>
                  </a:moveTo>
                  <a:cubicBezTo>
                    <a:pt x="1407669" y="22987"/>
                    <a:pt x="1407161" y="46101"/>
                    <a:pt x="1406018" y="69088"/>
                  </a:cubicBezTo>
                  <a:cubicBezTo>
                    <a:pt x="1404875" y="92075"/>
                    <a:pt x="1403224" y="115062"/>
                    <a:pt x="1400938" y="138049"/>
                  </a:cubicBezTo>
                  <a:cubicBezTo>
                    <a:pt x="1398652" y="161036"/>
                    <a:pt x="1395858" y="183769"/>
                    <a:pt x="1392429" y="206629"/>
                  </a:cubicBezTo>
                  <a:cubicBezTo>
                    <a:pt x="1389000" y="229489"/>
                    <a:pt x="1385063" y="252095"/>
                    <a:pt x="1380618" y="274701"/>
                  </a:cubicBezTo>
                  <a:cubicBezTo>
                    <a:pt x="1376173" y="297307"/>
                    <a:pt x="1371093" y="319786"/>
                    <a:pt x="1365505" y="342138"/>
                  </a:cubicBezTo>
                  <a:cubicBezTo>
                    <a:pt x="1359917" y="364490"/>
                    <a:pt x="1353821" y="386715"/>
                    <a:pt x="1347090" y="408686"/>
                  </a:cubicBezTo>
                  <a:cubicBezTo>
                    <a:pt x="1340359" y="430657"/>
                    <a:pt x="1333247" y="452628"/>
                    <a:pt x="1325373" y="474218"/>
                  </a:cubicBezTo>
                  <a:cubicBezTo>
                    <a:pt x="1317499" y="495808"/>
                    <a:pt x="1309371" y="517398"/>
                    <a:pt x="1300481" y="538734"/>
                  </a:cubicBezTo>
                  <a:cubicBezTo>
                    <a:pt x="1291591" y="560070"/>
                    <a:pt x="1282320" y="581025"/>
                    <a:pt x="1272414" y="601853"/>
                  </a:cubicBezTo>
                  <a:cubicBezTo>
                    <a:pt x="1262508" y="622681"/>
                    <a:pt x="1252221" y="643255"/>
                    <a:pt x="1241299" y="663575"/>
                  </a:cubicBezTo>
                  <a:cubicBezTo>
                    <a:pt x="1230377" y="683895"/>
                    <a:pt x="1219074" y="703961"/>
                    <a:pt x="1207263" y="723646"/>
                  </a:cubicBezTo>
                  <a:cubicBezTo>
                    <a:pt x="1195452" y="743331"/>
                    <a:pt x="1183133" y="762889"/>
                    <a:pt x="1170306" y="782066"/>
                  </a:cubicBezTo>
                  <a:cubicBezTo>
                    <a:pt x="1157479" y="801243"/>
                    <a:pt x="1144271" y="820039"/>
                    <a:pt x="1130555" y="838581"/>
                  </a:cubicBezTo>
                  <a:cubicBezTo>
                    <a:pt x="1116839" y="857123"/>
                    <a:pt x="1102615" y="875284"/>
                    <a:pt x="1088010" y="893064"/>
                  </a:cubicBezTo>
                  <a:cubicBezTo>
                    <a:pt x="1073405" y="910844"/>
                    <a:pt x="1058292" y="928243"/>
                    <a:pt x="1042925" y="945388"/>
                  </a:cubicBezTo>
                  <a:cubicBezTo>
                    <a:pt x="1027558" y="962533"/>
                    <a:pt x="1011556" y="979170"/>
                    <a:pt x="995300" y="995426"/>
                  </a:cubicBezTo>
                  <a:cubicBezTo>
                    <a:pt x="979044" y="1011682"/>
                    <a:pt x="962280" y="1027557"/>
                    <a:pt x="945262" y="1043051"/>
                  </a:cubicBezTo>
                  <a:cubicBezTo>
                    <a:pt x="928244" y="1058545"/>
                    <a:pt x="910718" y="1073531"/>
                    <a:pt x="892938" y="1088136"/>
                  </a:cubicBezTo>
                  <a:cubicBezTo>
                    <a:pt x="875158" y="1102741"/>
                    <a:pt x="856997" y="1116965"/>
                    <a:pt x="838455" y="1130681"/>
                  </a:cubicBezTo>
                  <a:cubicBezTo>
                    <a:pt x="819913" y="1144398"/>
                    <a:pt x="801117" y="1157605"/>
                    <a:pt x="781940" y="1170432"/>
                  </a:cubicBezTo>
                  <a:cubicBezTo>
                    <a:pt x="762763" y="1183259"/>
                    <a:pt x="743332" y="1195578"/>
                    <a:pt x="723520" y="1207389"/>
                  </a:cubicBezTo>
                  <a:cubicBezTo>
                    <a:pt x="703707" y="1219200"/>
                    <a:pt x="683768" y="1230631"/>
                    <a:pt x="663448" y="1241425"/>
                  </a:cubicBezTo>
                  <a:cubicBezTo>
                    <a:pt x="643128" y="1252220"/>
                    <a:pt x="622554" y="1262634"/>
                    <a:pt x="601726" y="1272540"/>
                  </a:cubicBezTo>
                  <a:cubicBezTo>
                    <a:pt x="580898" y="1282446"/>
                    <a:pt x="559816" y="1291717"/>
                    <a:pt x="538607" y="1300481"/>
                  </a:cubicBezTo>
                  <a:cubicBezTo>
                    <a:pt x="517398" y="1309243"/>
                    <a:pt x="495808" y="1317625"/>
                    <a:pt x="474091" y="1325373"/>
                  </a:cubicBezTo>
                  <a:cubicBezTo>
                    <a:pt x="452374" y="1333120"/>
                    <a:pt x="430530" y="1340359"/>
                    <a:pt x="408559" y="1347090"/>
                  </a:cubicBezTo>
                  <a:cubicBezTo>
                    <a:pt x="386588" y="1353821"/>
                    <a:pt x="364363" y="1359917"/>
                    <a:pt x="342011" y="1365505"/>
                  </a:cubicBezTo>
                  <a:cubicBezTo>
                    <a:pt x="319659" y="1371093"/>
                    <a:pt x="297180" y="1376173"/>
                    <a:pt x="274574" y="1380618"/>
                  </a:cubicBezTo>
                  <a:cubicBezTo>
                    <a:pt x="251968" y="1385063"/>
                    <a:pt x="229235" y="1389000"/>
                    <a:pt x="206502" y="1392429"/>
                  </a:cubicBezTo>
                  <a:cubicBezTo>
                    <a:pt x="183769" y="1395858"/>
                    <a:pt x="160909" y="1398652"/>
                    <a:pt x="137922" y="1400938"/>
                  </a:cubicBezTo>
                  <a:cubicBezTo>
                    <a:pt x="114935" y="1403224"/>
                    <a:pt x="92075" y="1404875"/>
                    <a:pt x="69088" y="1406018"/>
                  </a:cubicBezTo>
                  <a:cubicBezTo>
                    <a:pt x="46101" y="1407161"/>
                    <a:pt x="23114" y="1407669"/>
                    <a:pt x="0" y="1407669"/>
                  </a:cubicBezTo>
                  <a:lnTo>
                    <a:pt x="0" y="1302131"/>
                  </a:lnTo>
                  <a:cubicBezTo>
                    <a:pt x="21336" y="1302131"/>
                    <a:pt x="42545" y="1301623"/>
                    <a:pt x="63881" y="1300607"/>
                  </a:cubicBezTo>
                  <a:cubicBezTo>
                    <a:pt x="85217" y="1299591"/>
                    <a:pt x="106426" y="1297940"/>
                    <a:pt x="127635" y="1295909"/>
                  </a:cubicBezTo>
                  <a:cubicBezTo>
                    <a:pt x="148844" y="1293876"/>
                    <a:pt x="169926" y="1291209"/>
                    <a:pt x="191008" y="1288034"/>
                  </a:cubicBezTo>
                  <a:cubicBezTo>
                    <a:pt x="212090" y="1284859"/>
                    <a:pt x="233045" y="1281303"/>
                    <a:pt x="254000" y="1277112"/>
                  </a:cubicBezTo>
                  <a:cubicBezTo>
                    <a:pt x="274955" y="1272921"/>
                    <a:pt x="295656" y="1268349"/>
                    <a:pt x="316357" y="1263142"/>
                  </a:cubicBezTo>
                  <a:cubicBezTo>
                    <a:pt x="337058" y="1257935"/>
                    <a:pt x="357505" y="1252220"/>
                    <a:pt x="377952" y="1246124"/>
                  </a:cubicBezTo>
                  <a:cubicBezTo>
                    <a:pt x="398399" y="1240028"/>
                    <a:pt x="418592" y="1233298"/>
                    <a:pt x="438658" y="1226059"/>
                  </a:cubicBezTo>
                  <a:cubicBezTo>
                    <a:pt x="458724" y="1218820"/>
                    <a:pt x="478536" y="1211199"/>
                    <a:pt x="498221" y="1203071"/>
                  </a:cubicBezTo>
                  <a:cubicBezTo>
                    <a:pt x="517906" y="1194943"/>
                    <a:pt x="537337" y="1186307"/>
                    <a:pt x="556641" y="1177163"/>
                  </a:cubicBezTo>
                  <a:cubicBezTo>
                    <a:pt x="575945" y="1168020"/>
                    <a:pt x="594868" y="1158495"/>
                    <a:pt x="613664" y="1148462"/>
                  </a:cubicBezTo>
                  <a:cubicBezTo>
                    <a:pt x="632460" y="1138428"/>
                    <a:pt x="651002" y="1127887"/>
                    <a:pt x="669290" y="1116965"/>
                  </a:cubicBezTo>
                  <a:cubicBezTo>
                    <a:pt x="687578" y="1106043"/>
                    <a:pt x="705613" y="1094613"/>
                    <a:pt x="723266" y="1082802"/>
                  </a:cubicBezTo>
                  <a:cubicBezTo>
                    <a:pt x="740918" y="1070991"/>
                    <a:pt x="758444" y="1058672"/>
                    <a:pt x="775463" y="1045972"/>
                  </a:cubicBezTo>
                  <a:cubicBezTo>
                    <a:pt x="792480" y="1033272"/>
                    <a:pt x="809372" y="1020191"/>
                    <a:pt x="825882" y="1006602"/>
                  </a:cubicBezTo>
                  <a:cubicBezTo>
                    <a:pt x="842392" y="993013"/>
                    <a:pt x="858521" y="979170"/>
                    <a:pt x="874269" y="964819"/>
                  </a:cubicBezTo>
                  <a:cubicBezTo>
                    <a:pt x="890017" y="950468"/>
                    <a:pt x="905511" y="935863"/>
                    <a:pt x="920497" y="920750"/>
                  </a:cubicBezTo>
                  <a:cubicBezTo>
                    <a:pt x="935483" y="905637"/>
                    <a:pt x="950215" y="890270"/>
                    <a:pt x="964566" y="874522"/>
                  </a:cubicBezTo>
                  <a:cubicBezTo>
                    <a:pt x="978917" y="858774"/>
                    <a:pt x="993141" y="842391"/>
                    <a:pt x="1006603" y="825881"/>
                  </a:cubicBezTo>
                  <a:cubicBezTo>
                    <a:pt x="1020065" y="809371"/>
                    <a:pt x="1033273" y="792607"/>
                    <a:pt x="1045973" y="775462"/>
                  </a:cubicBezTo>
                  <a:cubicBezTo>
                    <a:pt x="1058673" y="758317"/>
                    <a:pt x="1070865" y="740918"/>
                    <a:pt x="1082803" y="723265"/>
                  </a:cubicBezTo>
                  <a:cubicBezTo>
                    <a:pt x="1094741" y="705612"/>
                    <a:pt x="1106044" y="687578"/>
                    <a:pt x="1116966" y="669290"/>
                  </a:cubicBezTo>
                  <a:cubicBezTo>
                    <a:pt x="1127888" y="651002"/>
                    <a:pt x="1138429" y="632460"/>
                    <a:pt x="1148462" y="613664"/>
                  </a:cubicBezTo>
                  <a:cubicBezTo>
                    <a:pt x="1158495" y="594868"/>
                    <a:pt x="1168147" y="575818"/>
                    <a:pt x="1177164" y="556641"/>
                  </a:cubicBezTo>
                  <a:cubicBezTo>
                    <a:pt x="1186181" y="537464"/>
                    <a:pt x="1194944" y="517906"/>
                    <a:pt x="1203072" y="498221"/>
                  </a:cubicBezTo>
                  <a:cubicBezTo>
                    <a:pt x="1211200" y="478536"/>
                    <a:pt x="1218947" y="458597"/>
                    <a:pt x="1226059" y="438658"/>
                  </a:cubicBezTo>
                  <a:cubicBezTo>
                    <a:pt x="1233171" y="418719"/>
                    <a:pt x="1239902" y="398399"/>
                    <a:pt x="1246125" y="377952"/>
                  </a:cubicBezTo>
                  <a:cubicBezTo>
                    <a:pt x="1252348" y="357505"/>
                    <a:pt x="1257936" y="337058"/>
                    <a:pt x="1263143" y="316357"/>
                  </a:cubicBezTo>
                  <a:cubicBezTo>
                    <a:pt x="1268350" y="295656"/>
                    <a:pt x="1272922" y="274955"/>
                    <a:pt x="1277113" y="254000"/>
                  </a:cubicBezTo>
                  <a:cubicBezTo>
                    <a:pt x="1281304" y="233045"/>
                    <a:pt x="1284860" y="212090"/>
                    <a:pt x="1288035" y="191008"/>
                  </a:cubicBezTo>
                  <a:cubicBezTo>
                    <a:pt x="1291210" y="169926"/>
                    <a:pt x="1293750" y="148844"/>
                    <a:pt x="1295909" y="127635"/>
                  </a:cubicBezTo>
                  <a:cubicBezTo>
                    <a:pt x="1298068" y="106426"/>
                    <a:pt x="1299592" y="85217"/>
                    <a:pt x="1300608" y="63881"/>
                  </a:cubicBezTo>
                  <a:cubicBezTo>
                    <a:pt x="1301624" y="42545"/>
                    <a:pt x="1302132" y="21336"/>
                    <a:pt x="1302132" y="0"/>
                  </a:cubicBezTo>
                  <a:lnTo>
                    <a:pt x="1407669" y="0"/>
                  </a:ln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754" y="63500"/>
              <a:ext cx="1432053" cy="1432180"/>
            </a:xfrm>
            <a:custGeom>
              <a:avLst/>
              <a:gdLst/>
              <a:ahLst/>
              <a:cxnLst/>
              <a:rect r="r" b="b" t="t" l="l"/>
              <a:pathLst>
                <a:path h="1432180" w="1432053">
                  <a:moveTo>
                    <a:pt x="1431799" y="12319"/>
                  </a:moveTo>
                  <a:cubicBezTo>
                    <a:pt x="1431799" y="35560"/>
                    <a:pt x="1431291" y="58801"/>
                    <a:pt x="1430148" y="82042"/>
                  </a:cubicBezTo>
                  <a:cubicBezTo>
                    <a:pt x="1429005" y="105283"/>
                    <a:pt x="1427354" y="128397"/>
                    <a:pt x="1425068" y="151511"/>
                  </a:cubicBezTo>
                  <a:lnTo>
                    <a:pt x="1412876" y="150241"/>
                  </a:lnTo>
                  <a:lnTo>
                    <a:pt x="1425068" y="151384"/>
                  </a:lnTo>
                  <a:cubicBezTo>
                    <a:pt x="1422782" y="174498"/>
                    <a:pt x="1419988" y="197612"/>
                    <a:pt x="1416559" y="220599"/>
                  </a:cubicBezTo>
                  <a:cubicBezTo>
                    <a:pt x="1413130" y="243586"/>
                    <a:pt x="1409193" y="266446"/>
                    <a:pt x="1404621" y="289306"/>
                  </a:cubicBezTo>
                  <a:lnTo>
                    <a:pt x="1392556" y="286893"/>
                  </a:lnTo>
                  <a:lnTo>
                    <a:pt x="1404621" y="289306"/>
                  </a:lnTo>
                  <a:cubicBezTo>
                    <a:pt x="1400049" y="312039"/>
                    <a:pt x="1394969" y="334772"/>
                    <a:pt x="1389381" y="357251"/>
                  </a:cubicBezTo>
                  <a:lnTo>
                    <a:pt x="1377443" y="354203"/>
                  </a:lnTo>
                  <a:lnTo>
                    <a:pt x="1389381" y="357251"/>
                  </a:lnTo>
                  <a:cubicBezTo>
                    <a:pt x="1383793" y="379857"/>
                    <a:pt x="1377570" y="402209"/>
                    <a:pt x="1370839" y="424434"/>
                  </a:cubicBezTo>
                  <a:lnTo>
                    <a:pt x="1359028" y="420878"/>
                  </a:lnTo>
                  <a:lnTo>
                    <a:pt x="1370839" y="424434"/>
                  </a:lnTo>
                  <a:cubicBezTo>
                    <a:pt x="1364108" y="446659"/>
                    <a:pt x="1356869" y="468757"/>
                    <a:pt x="1348995" y="490601"/>
                  </a:cubicBezTo>
                  <a:cubicBezTo>
                    <a:pt x="1341121" y="512445"/>
                    <a:pt x="1332866" y="534162"/>
                    <a:pt x="1323976" y="555625"/>
                  </a:cubicBezTo>
                  <a:cubicBezTo>
                    <a:pt x="1315086" y="577088"/>
                    <a:pt x="1305688" y="598297"/>
                    <a:pt x="1295782" y="619379"/>
                  </a:cubicBezTo>
                  <a:lnTo>
                    <a:pt x="1284733" y="614172"/>
                  </a:lnTo>
                  <a:lnTo>
                    <a:pt x="1295909" y="619379"/>
                  </a:lnTo>
                  <a:cubicBezTo>
                    <a:pt x="1286003" y="640334"/>
                    <a:pt x="1275589" y="661162"/>
                    <a:pt x="1264540" y="681609"/>
                  </a:cubicBezTo>
                  <a:cubicBezTo>
                    <a:pt x="1253618" y="702056"/>
                    <a:pt x="1242188" y="722249"/>
                    <a:pt x="1230123" y="742188"/>
                  </a:cubicBezTo>
                  <a:lnTo>
                    <a:pt x="1219582" y="735838"/>
                  </a:lnTo>
                  <a:lnTo>
                    <a:pt x="1230123" y="742188"/>
                  </a:lnTo>
                  <a:cubicBezTo>
                    <a:pt x="1218185" y="762127"/>
                    <a:pt x="1205739" y="781812"/>
                    <a:pt x="1192785" y="801116"/>
                  </a:cubicBezTo>
                  <a:lnTo>
                    <a:pt x="1182625" y="794258"/>
                  </a:lnTo>
                  <a:lnTo>
                    <a:pt x="1192912" y="801116"/>
                  </a:lnTo>
                  <a:cubicBezTo>
                    <a:pt x="1179958" y="820420"/>
                    <a:pt x="1166623" y="839470"/>
                    <a:pt x="1152780" y="858139"/>
                  </a:cubicBezTo>
                  <a:lnTo>
                    <a:pt x="1142874" y="850773"/>
                  </a:lnTo>
                  <a:lnTo>
                    <a:pt x="1152780" y="858139"/>
                  </a:lnTo>
                  <a:cubicBezTo>
                    <a:pt x="1138937" y="876808"/>
                    <a:pt x="1124586" y="895096"/>
                    <a:pt x="1109854" y="913130"/>
                  </a:cubicBezTo>
                  <a:cubicBezTo>
                    <a:pt x="1095122" y="931037"/>
                    <a:pt x="1079882" y="948690"/>
                    <a:pt x="1064388" y="965835"/>
                  </a:cubicBezTo>
                  <a:cubicBezTo>
                    <a:pt x="1048767" y="983107"/>
                    <a:pt x="1032765" y="999871"/>
                    <a:pt x="1016382" y="1016254"/>
                  </a:cubicBezTo>
                  <a:cubicBezTo>
                    <a:pt x="999999" y="1032637"/>
                    <a:pt x="983108" y="1048639"/>
                    <a:pt x="965963" y="1064260"/>
                  </a:cubicBezTo>
                  <a:cubicBezTo>
                    <a:pt x="948691" y="1079881"/>
                    <a:pt x="931165" y="1094994"/>
                    <a:pt x="913258" y="1109726"/>
                  </a:cubicBezTo>
                  <a:lnTo>
                    <a:pt x="905511" y="1100201"/>
                  </a:lnTo>
                  <a:lnTo>
                    <a:pt x="913258" y="1109726"/>
                  </a:lnTo>
                  <a:cubicBezTo>
                    <a:pt x="895351" y="1124458"/>
                    <a:pt x="876936" y="1138809"/>
                    <a:pt x="858267" y="1152653"/>
                  </a:cubicBezTo>
                  <a:lnTo>
                    <a:pt x="850901" y="1142746"/>
                  </a:lnTo>
                  <a:lnTo>
                    <a:pt x="858267" y="1152653"/>
                  </a:lnTo>
                  <a:cubicBezTo>
                    <a:pt x="839598" y="1166495"/>
                    <a:pt x="820675" y="1179831"/>
                    <a:pt x="801243" y="1192784"/>
                  </a:cubicBezTo>
                  <a:lnTo>
                    <a:pt x="794385" y="1182624"/>
                  </a:lnTo>
                  <a:lnTo>
                    <a:pt x="801243" y="1192784"/>
                  </a:lnTo>
                  <a:cubicBezTo>
                    <a:pt x="781940" y="1205739"/>
                    <a:pt x="762254" y="1218184"/>
                    <a:pt x="742315" y="1230122"/>
                  </a:cubicBezTo>
                  <a:lnTo>
                    <a:pt x="735965" y="1219581"/>
                  </a:lnTo>
                  <a:lnTo>
                    <a:pt x="742315" y="1230122"/>
                  </a:lnTo>
                  <a:cubicBezTo>
                    <a:pt x="722377" y="1242060"/>
                    <a:pt x="702184" y="1253490"/>
                    <a:pt x="681736" y="1264539"/>
                  </a:cubicBezTo>
                  <a:cubicBezTo>
                    <a:pt x="661289" y="1275461"/>
                    <a:pt x="640461" y="1285875"/>
                    <a:pt x="619506" y="1295908"/>
                  </a:cubicBezTo>
                  <a:cubicBezTo>
                    <a:pt x="598551" y="1305814"/>
                    <a:pt x="577215" y="1315212"/>
                    <a:pt x="555752" y="1324103"/>
                  </a:cubicBezTo>
                  <a:cubicBezTo>
                    <a:pt x="534289" y="1332992"/>
                    <a:pt x="512572" y="1341375"/>
                    <a:pt x="490728" y="1349248"/>
                  </a:cubicBezTo>
                  <a:cubicBezTo>
                    <a:pt x="468884" y="1357122"/>
                    <a:pt x="446786" y="1364361"/>
                    <a:pt x="424561" y="1371092"/>
                  </a:cubicBezTo>
                  <a:lnTo>
                    <a:pt x="421005" y="1359282"/>
                  </a:lnTo>
                  <a:lnTo>
                    <a:pt x="424561" y="1371092"/>
                  </a:lnTo>
                  <a:cubicBezTo>
                    <a:pt x="402336" y="1377824"/>
                    <a:pt x="379984" y="1384047"/>
                    <a:pt x="357378" y="1389635"/>
                  </a:cubicBezTo>
                  <a:lnTo>
                    <a:pt x="354330" y="1377697"/>
                  </a:lnTo>
                  <a:lnTo>
                    <a:pt x="357378" y="1389635"/>
                  </a:lnTo>
                  <a:cubicBezTo>
                    <a:pt x="334899" y="1395223"/>
                    <a:pt x="312166" y="1400430"/>
                    <a:pt x="289433" y="1404875"/>
                  </a:cubicBezTo>
                  <a:cubicBezTo>
                    <a:pt x="266700" y="1409447"/>
                    <a:pt x="243713" y="1413384"/>
                    <a:pt x="220726" y="1416813"/>
                  </a:cubicBezTo>
                  <a:cubicBezTo>
                    <a:pt x="197739" y="1420242"/>
                    <a:pt x="174625" y="1423036"/>
                    <a:pt x="151511" y="1425322"/>
                  </a:cubicBezTo>
                  <a:lnTo>
                    <a:pt x="150368" y="1413130"/>
                  </a:lnTo>
                  <a:lnTo>
                    <a:pt x="151511" y="1425322"/>
                  </a:lnTo>
                  <a:cubicBezTo>
                    <a:pt x="128397" y="1427608"/>
                    <a:pt x="105156" y="1429259"/>
                    <a:pt x="82042" y="1430402"/>
                  </a:cubicBezTo>
                  <a:cubicBezTo>
                    <a:pt x="58801" y="1431545"/>
                    <a:pt x="35560" y="1432180"/>
                    <a:pt x="12319" y="1432180"/>
                  </a:cubicBezTo>
                  <a:cubicBezTo>
                    <a:pt x="5588" y="1432180"/>
                    <a:pt x="0" y="1426719"/>
                    <a:pt x="0" y="1419861"/>
                  </a:cubicBezTo>
                  <a:lnTo>
                    <a:pt x="0" y="1314323"/>
                  </a:lnTo>
                  <a:cubicBezTo>
                    <a:pt x="0" y="1307592"/>
                    <a:pt x="5461" y="1302004"/>
                    <a:pt x="12319" y="1302004"/>
                  </a:cubicBezTo>
                  <a:cubicBezTo>
                    <a:pt x="33401" y="1302004"/>
                    <a:pt x="54483" y="1301496"/>
                    <a:pt x="75565" y="1300481"/>
                  </a:cubicBezTo>
                  <a:cubicBezTo>
                    <a:pt x="96647" y="1299464"/>
                    <a:pt x="117729" y="1297940"/>
                    <a:pt x="138684" y="1295781"/>
                  </a:cubicBezTo>
                  <a:cubicBezTo>
                    <a:pt x="159639" y="1293750"/>
                    <a:pt x="180594" y="1291082"/>
                    <a:pt x="201549" y="1288034"/>
                  </a:cubicBezTo>
                  <a:lnTo>
                    <a:pt x="203327" y="1300226"/>
                  </a:lnTo>
                  <a:lnTo>
                    <a:pt x="201549" y="1288034"/>
                  </a:lnTo>
                  <a:cubicBezTo>
                    <a:pt x="222377" y="1284986"/>
                    <a:pt x="243205" y="1281303"/>
                    <a:pt x="263906" y="1277239"/>
                  </a:cubicBezTo>
                  <a:cubicBezTo>
                    <a:pt x="284607" y="1273175"/>
                    <a:pt x="305181" y="1268476"/>
                    <a:pt x="325628" y="1263396"/>
                  </a:cubicBezTo>
                  <a:lnTo>
                    <a:pt x="328549" y="1275334"/>
                  </a:lnTo>
                  <a:lnTo>
                    <a:pt x="325501" y="1263396"/>
                  </a:lnTo>
                  <a:cubicBezTo>
                    <a:pt x="345948" y="1258317"/>
                    <a:pt x="366268" y="1252601"/>
                    <a:pt x="386461" y="1246506"/>
                  </a:cubicBezTo>
                  <a:cubicBezTo>
                    <a:pt x="406654" y="1240409"/>
                    <a:pt x="426720" y="1233806"/>
                    <a:pt x="446532" y="1226693"/>
                  </a:cubicBezTo>
                  <a:lnTo>
                    <a:pt x="450723" y="1238250"/>
                  </a:lnTo>
                  <a:lnTo>
                    <a:pt x="446532" y="1226693"/>
                  </a:lnTo>
                  <a:cubicBezTo>
                    <a:pt x="466344" y="1219581"/>
                    <a:pt x="486029" y="1211961"/>
                    <a:pt x="505587" y="1203960"/>
                  </a:cubicBezTo>
                  <a:cubicBezTo>
                    <a:pt x="525145" y="1195832"/>
                    <a:pt x="544322" y="1187323"/>
                    <a:pt x="563499" y="1178306"/>
                  </a:cubicBezTo>
                  <a:cubicBezTo>
                    <a:pt x="582549" y="1169289"/>
                    <a:pt x="601472" y="1159764"/>
                    <a:pt x="620014" y="1149858"/>
                  </a:cubicBezTo>
                  <a:cubicBezTo>
                    <a:pt x="638683" y="1139953"/>
                    <a:pt x="656971" y="1129538"/>
                    <a:pt x="675132" y="1118617"/>
                  </a:cubicBezTo>
                  <a:cubicBezTo>
                    <a:pt x="693294" y="1107821"/>
                    <a:pt x="711074" y="1096518"/>
                    <a:pt x="728600" y="1084707"/>
                  </a:cubicBezTo>
                  <a:lnTo>
                    <a:pt x="735458" y="1094867"/>
                  </a:lnTo>
                  <a:lnTo>
                    <a:pt x="728600" y="1084707"/>
                  </a:lnTo>
                  <a:cubicBezTo>
                    <a:pt x="746126" y="1073023"/>
                    <a:pt x="763398" y="1060831"/>
                    <a:pt x="780415" y="1048258"/>
                  </a:cubicBezTo>
                  <a:lnTo>
                    <a:pt x="787782" y="1058164"/>
                  </a:lnTo>
                  <a:lnTo>
                    <a:pt x="780415" y="1048258"/>
                  </a:lnTo>
                  <a:cubicBezTo>
                    <a:pt x="797307" y="1035685"/>
                    <a:pt x="814071" y="1022731"/>
                    <a:pt x="830327" y="1009269"/>
                  </a:cubicBezTo>
                  <a:cubicBezTo>
                    <a:pt x="846583" y="995934"/>
                    <a:pt x="862585" y="982091"/>
                    <a:pt x="878206" y="967867"/>
                  </a:cubicBezTo>
                  <a:lnTo>
                    <a:pt x="886461" y="977011"/>
                  </a:lnTo>
                  <a:lnTo>
                    <a:pt x="878206" y="967867"/>
                  </a:lnTo>
                  <a:cubicBezTo>
                    <a:pt x="893827" y="953643"/>
                    <a:pt x="909067" y="939165"/>
                    <a:pt x="924053" y="924179"/>
                  </a:cubicBezTo>
                  <a:cubicBezTo>
                    <a:pt x="939039" y="909320"/>
                    <a:pt x="953517" y="893953"/>
                    <a:pt x="967741" y="878332"/>
                  </a:cubicBezTo>
                  <a:lnTo>
                    <a:pt x="976885" y="886587"/>
                  </a:lnTo>
                  <a:lnTo>
                    <a:pt x="967741" y="878332"/>
                  </a:lnTo>
                  <a:cubicBezTo>
                    <a:pt x="981965" y="862711"/>
                    <a:pt x="995681" y="846709"/>
                    <a:pt x="1009143" y="830453"/>
                  </a:cubicBezTo>
                  <a:cubicBezTo>
                    <a:pt x="1022478" y="814197"/>
                    <a:pt x="1035559" y="797560"/>
                    <a:pt x="1048132" y="780542"/>
                  </a:cubicBezTo>
                  <a:cubicBezTo>
                    <a:pt x="1060705" y="763524"/>
                    <a:pt x="1072897" y="746379"/>
                    <a:pt x="1084581" y="728726"/>
                  </a:cubicBezTo>
                  <a:lnTo>
                    <a:pt x="1094741" y="735584"/>
                  </a:lnTo>
                  <a:lnTo>
                    <a:pt x="1084581" y="728726"/>
                  </a:lnTo>
                  <a:cubicBezTo>
                    <a:pt x="1096265" y="711200"/>
                    <a:pt x="1107568" y="693293"/>
                    <a:pt x="1118490" y="675259"/>
                  </a:cubicBezTo>
                  <a:lnTo>
                    <a:pt x="1129031" y="681609"/>
                  </a:lnTo>
                  <a:lnTo>
                    <a:pt x="1118490" y="675259"/>
                  </a:lnTo>
                  <a:cubicBezTo>
                    <a:pt x="1129285" y="657098"/>
                    <a:pt x="1139699" y="638810"/>
                    <a:pt x="1149732" y="620141"/>
                  </a:cubicBezTo>
                  <a:cubicBezTo>
                    <a:pt x="1159638" y="601472"/>
                    <a:pt x="1169163" y="582676"/>
                    <a:pt x="1178180" y="563626"/>
                  </a:cubicBezTo>
                  <a:cubicBezTo>
                    <a:pt x="1187197" y="544576"/>
                    <a:pt x="1195706" y="525272"/>
                    <a:pt x="1203834" y="505714"/>
                  </a:cubicBezTo>
                  <a:lnTo>
                    <a:pt x="1215137" y="510413"/>
                  </a:lnTo>
                  <a:lnTo>
                    <a:pt x="1203834" y="505714"/>
                  </a:lnTo>
                  <a:cubicBezTo>
                    <a:pt x="1211962" y="486156"/>
                    <a:pt x="1219455" y="466471"/>
                    <a:pt x="1226567" y="446659"/>
                  </a:cubicBezTo>
                  <a:cubicBezTo>
                    <a:pt x="1233679" y="426847"/>
                    <a:pt x="1240283" y="406781"/>
                    <a:pt x="1246379" y="386588"/>
                  </a:cubicBezTo>
                  <a:cubicBezTo>
                    <a:pt x="1252475" y="366395"/>
                    <a:pt x="1258190" y="346075"/>
                    <a:pt x="1263270" y="325628"/>
                  </a:cubicBezTo>
                  <a:cubicBezTo>
                    <a:pt x="1268350" y="305181"/>
                    <a:pt x="1273049" y="284607"/>
                    <a:pt x="1277113" y="263906"/>
                  </a:cubicBezTo>
                  <a:lnTo>
                    <a:pt x="1289178" y="266319"/>
                  </a:lnTo>
                  <a:lnTo>
                    <a:pt x="1277113" y="263906"/>
                  </a:lnTo>
                  <a:cubicBezTo>
                    <a:pt x="1281177" y="243205"/>
                    <a:pt x="1284860" y="222377"/>
                    <a:pt x="1287908" y="201549"/>
                  </a:cubicBezTo>
                  <a:lnTo>
                    <a:pt x="1300100" y="203327"/>
                  </a:lnTo>
                  <a:lnTo>
                    <a:pt x="1287908" y="201549"/>
                  </a:lnTo>
                  <a:cubicBezTo>
                    <a:pt x="1290956" y="180721"/>
                    <a:pt x="1293623" y="159766"/>
                    <a:pt x="1295655" y="138684"/>
                  </a:cubicBezTo>
                  <a:lnTo>
                    <a:pt x="1307847" y="139827"/>
                  </a:lnTo>
                  <a:lnTo>
                    <a:pt x="1295655" y="138684"/>
                  </a:lnTo>
                  <a:cubicBezTo>
                    <a:pt x="1297687" y="117729"/>
                    <a:pt x="1299338" y="96647"/>
                    <a:pt x="1300354" y="75565"/>
                  </a:cubicBezTo>
                  <a:cubicBezTo>
                    <a:pt x="1301370" y="54483"/>
                    <a:pt x="1301878" y="33401"/>
                    <a:pt x="1301878" y="12319"/>
                  </a:cubicBezTo>
                  <a:cubicBezTo>
                    <a:pt x="1301878" y="5588"/>
                    <a:pt x="1307339" y="0"/>
                    <a:pt x="1314197" y="0"/>
                  </a:cubicBezTo>
                  <a:lnTo>
                    <a:pt x="1419734" y="0"/>
                  </a:lnTo>
                  <a:cubicBezTo>
                    <a:pt x="1426465" y="0"/>
                    <a:pt x="1432053" y="5461"/>
                    <a:pt x="1432053" y="12319"/>
                  </a:cubicBezTo>
                  <a:moveTo>
                    <a:pt x="1407415" y="12319"/>
                  </a:moveTo>
                  <a:lnTo>
                    <a:pt x="1419734" y="12319"/>
                  </a:lnTo>
                  <a:lnTo>
                    <a:pt x="1419734" y="24638"/>
                  </a:lnTo>
                  <a:lnTo>
                    <a:pt x="1314197" y="24638"/>
                  </a:lnTo>
                  <a:lnTo>
                    <a:pt x="1314197" y="12319"/>
                  </a:lnTo>
                  <a:lnTo>
                    <a:pt x="1326516" y="12319"/>
                  </a:lnTo>
                  <a:cubicBezTo>
                    <a:pt x="1326516" y="33782"/>
                    <a:pt x="1326008" y="55372"/>
                    <a:pt x="1324865" y="76835"/>
                  </a:cubicBezTo>
                  <a:lnTo>
                    <a:pt x="1312546" y="76200"/>
                  </a:lnTo>
                  <a:lnTo>
                    <a:pt x="1324865" y="76835"/>
                  </a:lnTo>
                  <a:cubicBezTo>
                    <a:pt x="1323849" y="98298"/>
                    <a:pt x="1322198" y="119761"/>
                    <a:pt x="1320166" y="141224"/>
                  </a:cubicBezTo>
                  <a:cubicBezTo>
                    <a:pt x="1318134" y="162687"/>
                    <a:pt x="1315467" y="184023"/>
                    <a:pt x="1312292" y="205232"/>
                  </a:cubicBezTo>
                  <a:cubicBezTo>
                    <a:pt x="1309117" y="226441"/>
                    <a:pt x="1305434" y="247650"/>
                    <a:pt x="1301243" y="268732"/>
                  </a:cubicBezTo>
                  <a:cubicBezTo>
                    <a:pt x="1297052" y="289814"/>
                    <a:pt x="1292353" y="310769"/>
                    <a:pt x="1287146" y="331597"/>
                  </a:cubicBezTo>
                  <a:lnTo>
                    <a:pt x="1275208" y="328549"/>
                  </a:lnTo>
                  <a:lnTo>
                    <a:pt x="1287146" y="331470"/>
                  </a:lnTo>
                  <a:cubicBezTo>
                    <a:pt x="1281939" y="352298"/>
                    <a:pt x="1276224" y="373126"/>
                    <a:pt x="1270001" y="393700"/>
                  </a:cubicBezTo>
                  <a:lnTo>
                    <a:pt x="1258190" y="390144"/>
                  </a:lnTo>
                  <a:lnTo>
                    <a:pt x="1270001" y="393700"/>
                  </a:lnTo>
                  <a:cubicBezTo>
                    <a:pt x="1263778" y="414274"/>
                    <a:pt x="1257047" y="434721"/>
                    <a:pt x="1249808" y="454914"/>
                  </a:cubicBezTo>
                  <a:lnTo>
                    <a:pt x="1238251" y="450723"/>
                  </a:lnTo>
                  <a:lnTo>
                    <a:pt x="1249808" y="454914"/>
                  </a:lnTo>
                  <a:cubicBezTo>
                    <a:pt x="1242569" y="475234"/>
                    <a:pt x="1234822" y="495173"/>
                    <a:pt x="1226567" y="515112"/>
                  </a:cubicBezTo>
                  <a:cubicBezTo>
                    <a:pt x="1218312" y="534924"/>
                    <a:pt x="1209676" y="554609"/>
                    <a:pt x="1200405" y="574040"/>
                  </a:cubicBezTo>
                  <a:lnTo>
                    <a:pt x="1189356" y="568833"/>
                  </a:lnTo>
                  <a:lnTo>
                    <a:pt x="1200532" y="574040"/>
                  </a:lnTo>
                  <a:cubicBezTo>
                    <a:pt x="1191388" y="593471"/>
                    <a:pt x="1181736" y="612648"/>
                    <a:pt x="1171576" y="631698"/>
                  </a:cubicBezTo>
                  <a:lnTo>
                    <a:pt x="1160781" y="625856"/>
                  </a:lnTo>
                  <a:lnTo>
                    <a:pt x="1171576" y="631698"/>
                  </a:lnTo>
                  <a:cubicBezTo>
                    <a:pt x="1161416" y="650621"/>
                    <a:pt x="1150875" y="669417"/>
                    <a:pt x="1139826" y="687832"/>
                  </a:cubicBezTo>
                  <a:cubicBezTo>
                    <a:pt x="1128777" y="706247"/>
                    <a:pt x="1117220" y="724408"/>
                    <a:pt x="1105282" y="742315"/>
                  </a:cubicBezTo>
                  <a:cubicBezTo>
                    <a:pt x="1093344" y="760222"/>
                    <a:pt x="1081025" y="777748"/>
                    <a:pt x="1068198" y="795020"/>
                  </a:cubicBezTo>
                  <a:lnTo>
                    <a:pt x="1058292" y="787654"/>
                  </a:lnTo>
                  <a:lnTo>
                    <a:pt x="1068198" y="795020"/>
                  </a:lnTo>
                  <a:cubicBezTo>
                    <a:pt x="1055371" y="812292"/>
                    <a:pt x="1042163" y="829310"/>
                    <a:pt x="1028447" y="845820"/>
                  </a:cubicBezTo>
                  <a:lnTo>
                    <a:pt x="1018414" y="838200"/>
                  </a:lnTo>
                  <a:lnTo>
                    <a:pt x="1027939" y="845947"/>
                  </a:lnTo>
                  <a:cubicBezTo>
                    <a:pt x="1014350" y="862584"/>
                    <a:pt x="1000253" y="878840"/>
                    <a:pt x="985775" y="894842"/>
                  </a:cubicBezTo>
                  <a:cubicBezTo>
                    <a:pt x="971297" y="910717"/>
                    <a:pt x="956565" y="926338"/>
                    <a:pt x="941325" y="941578"/>
                  </a:cubicBezTo>
                  <a:lnTo>
                    <a:pt x="932689" y="932942"/>
                  </a:lnTo>
                  <a:lnTo>
                    <a:pt x="941325" y="941578"/>
                  </a:lnTo>
                  <a:cubicBezTo>
                    <a:pt x="926085" y="956818"/>
                    <a:pt x="910591" y="971677"/>
                    <a:pt x="894589" y="986028"/>
                  </a:cubicBezTo>
                  <a:cubicBezTo>
                    <a:pt x="878714" y="1000506"/>
                    <a:pt x="862331" y="1014476"/>
                    <a:pt x="845694" y="1028192"/>
                  </a:cubicBezTo>
                  <a:lnTo>
                    <a:pt x="837947" y="1018667"/>
                  </a:lnTo>
                  <a:lnTo>
                    <a:pt x="845694" y="1028192"/>
                  </a:lnTo>
                  <a:cubicBezTo>
                    <a:pt x="829057" y="1041908"/>
                    <a:pt x="812166" y="1055116"/>
                    <a:pt x="794893" y="1067943"/>
                  </a:cubicBezTo>
                  <a:cubicBezTo>
                    <a:pt x="777621" y="1080770"/>
                    <a:pt x="760096" y="1093089"/>
                    <a:pt x="742188" y="1105027"/>
                  </a:cubicBezTo>
                  <a:cubicBezTo>
                    <a:pt x="724281" y="1116965"/>
                    <a:pt x="706120" y="1128522"/>
                    <a:pt x="687705" y="1139571"/>
                  </a:cubicBezTo>
                  <a:lnTo>
                    <a:pt x="681355" y="1129031"/>
                  </a:lnTo>
                  <a:lnTo>
                    <a:pt x="687705" y="1139571"/>
                  </a:lnTo>
                  <a:cubicBezTo>
                    <a:pt x="669290" y="1150620"/>
                    <a:pt x="650494" y="1161289"/>
                    <a:pt x="631571" y="1171321"/>
                  </a:cubicBezTo>
                  <a:lnTo>
                    <a:pt x="625729" y="1160526"/>
                  </a:lnTo>
                  <a:lnTo>
                    <a:pt x="631571" y="1171321"/>
                  </a:lnTo>
                  <a:cubicBezTo>
                    <a:pt x="612648" y="1181481"/>
                    <a:pt x="593344" y="1191133"/>
                    <a:pt x="573913" y="1200278"/>
                  </a:cubicBezTo>
                  <a:lnTo>
                    <a:pt x="568706" y="1189101"/>
                  </a:lnTo>
                  <a:lnTo>
                    <a:pt x="573913" y="1200278"/>
                  </a:lnTo>
                  <a:cubicBezTo>
                    <a:pt x="554482" y="1209422"/>
                    <a:pt x="534797" y="1218184"/>
                    <a:pt x="514985" y="1226439"/>
                  </a:cubicBezTo>
                  <a:lnTo>
                    <a:pt x="510286" y="1215136"/>
                  </a:lnTo>
                  <a:lnTo>
                    <a:pt x="514985" y="1226439"/>
                  </a:lnTo>
                  <a:cubicBezTo>
                    <a:pt x="495173" y="1234694"/>
                    <a:pt x="475107" y="1242442"/>
                    <a:pt x="454787" y="1249681"/>
                  </a:cubicBezTo>
                  <a:cubicBezTo>
                    <a:pt x="434594" y="1256919"/>
                    <a:pt x="414147" y="1263650"/>
                    <a:pt x="393573" y="1269873"/>
                  </a:cubicBezTo>
                  <a:lnTo>
                    <a:pt x="390017" y="1258062"/>
                  </a:lnTo>
                  <a:lnTo>
                    <a:pt x="393573" y="1269873"/>
                  </a:lnTo>
                  <a:cubicBezTo>
                    <a:pt x="372999" y="1276097"/>
                    <a:pt x="352298" y="1281811"/>
                    <a:pt x="331470" y="1287145"/>
                  </a:cubicBezTo>
                  <a:cubicBezTo>
                    <a:pt x="310642" y="1292353"/>
                    <a:pt x="289687" y="1297051"/>
                    <a:pt x="268478" y="1301242"/>
                  </a:cubicBezTo>
                  <a:lnTo>
                    <a:pt x="266065" y="1289178"/>
                  </a:lnTo>
                  <a:lnTo>
                    <a:pt x="268478" y="1301242"/>
                  </a:lnTo>
                  <a:cubicBezTo>
                    <a:pt x="247396" y="1305433"/>
                    <a:pt x="226187" y="1309117"/>
                    <a:pt x="204978" y="1312292"/>
                  </a:cubicBezTo>
                  <a:cubicBezTo>
                    <a:pt x="183642" y="1315467"/>
                    <a:pt x="162306" y="1318133"/>
                    <a:pt x="140970" y="1320165"/>
                  </a:cubicBezTo>
                  <a:lnTo>
                    <a:pt x="139827" y="1307973"/>
                  </a:lnTo>
                  <a:lnTo>
                    <a:pt x="140970" y="1320165"/>
                  </a:lnTo>
                  <a:cubicBezTo>
                    <a:pt x="119634" y="1322325"/>
                    <a:pt x="98171" y="1323848"/>
                    <a:pt x="76581" y="1324864"/>
                  </a:cubicBezTo>
                  <a:lnTo>
                    <a:pt x="75946" y="1312545"/>
                  </a:lnTo>
                  <a:lnTo>
                    <a:pt x="76581" y="1324864"/>
                  </a:lnTo>
                  <a:cubicBezTo>
                    <a:pt x="55118" y="1325881"/>
                    <a:pt x="33655" y="1326389"/>
                    <a:pt x="12065" y="1326389"/>
                  </a:cubicBezTo>
                  <a:lnTo>
                    <a:pt x="12065" y="1314069"/>
                  </a:lnTo>
                  <a:lnTo>
                    <a:pt x="24384" y="1314069"/>
                  </a:lnTo>
                  <a:lnTo>
                    <a:pt x="24384" y="1419607"/>
                  </a:lnTo>
                  <a:lnTo>
                    <a:pt x="12065" y="1419607"/>
                  </a:lnTo>
                  <a:lnTo>
                    <a:pt x="12065" y="1407288"/>
                  </a:lnTo>
                  <a:cubicBezTo>
                    <a:pt x="34925" y="1407288"/>
                    <a:pt x="57658" y="1406780"/>
                    <a:pt x="80518" y="1405637"/>
                  </a:cubicBezTo>
                  <a:lnTo>
                    <a:pt x="81153" y="1417956"/>
                  </a:lnTo>
                  <a:lnTo>
                    <a:pt x="80518" y="1405637"/>
                  </a:lnTo>
                  <a:cubicBezTo>
                    <a:pt x="103378" y="1404494"/>
                    <a:pt x="126111" y="1402843"/>
                    <a:pt x="148844" y="1400557"/>
                  </a:cubicBezTo>
                  <a:cubicBezTo>
                    <a:pt x="171577" y="1398271"/>
                    <a:pt x="194183" y="1395477"/>
                    <a:pt x="216789" y="1392175"/>
                  </a:cubicBezTo>
                  <a:lnTo>
                    <a:pt x="218567" y="1404367"/>
                  </a:lnTo>
                  <a:lnTo>
                    <a:pt x="216789" y="1392175"/>
                  </a:lnTo>
                  <a:cubicBezTo>
                    <a:pt x="239395" y="1388873"/>
                    <a:pt x="261874" y="1384936"/>
                    <a:pt x="284226" y="1380491"/>
                  </a:cubicBezTo>
                  <a:lnTo>
                    <a:pt x="286639" y="1392556"/>
                  </a:lnTo>
                  <a:lnTo>
                    <a:pt x="284226" y="1380491"/>
                  </a:lnTo>
                  <a:cubicBezTo>
                    <a:pt x="306578" y="1376046"/>
                    <a:pt x="328930" y="1371092"/>
                    <a:pt x="351028" y="1365505"/>
                  </a:cubicBezTo>
                  <a:cubicBezTo>
                    <a:pt x="373126" y="1359917"/>
                    <a:pt x="395224" y="1353820"/>
                    <a:pt x="417068" y="1347217"/>
                  </a:cubicBezTo>
                  <a:cubicBezTo>
                    <a:pt x="438912" y="1340612"/>
                    <a:pt x="460629" y="1333373"/>
                    <a:pt x="482092" y="1325753"/>
                  </a:cubicBezTo>
                  <a:lnTo>
                    <a:pt x="486283" y="1337311"/>
                  </a:lnTo>
                  <a:lnTo>
                    <a:pt x="482092" y="1325753"/>
                  </a:lnTo>
                  <a:cubicBezTo>
                    <a:pt x="503555" y="1318006"/>
                    <a:pt x="524891" y="1309878"/>
                    <a:pt x="545973" y="1301115"/>
                  </a:cubicBezTo>
                  <a:lnTo>
                    <a:pt x="550672" y="1312418"/>
                  </a:lnTo>
                  <a:lnTo>
                    <a:pt x="545973" y="1301115"/>
                  </a:lnTo>
                  <a:cubicBezTo>
                    <a:pt x="567055" y="1292353"/>
                    <a:pt x="587883" y="1283081"/>
                    <a:pt x="608584" y="1273429"/>
                  </a:cubicBezTo>
                  <a:lnTo>
                    <a:pt x="613791" y="1284478"/>
                  </a:lnTo>
                  <a:lnTo>
                    <a:pt x="608584" y="1273429"/>
                  </a:lnTo>
                  <a:cubicBezTo>
                    <a:pt x="629285" y="1263650"/>
                    <a:pt x="649605" y="1253364"/>
                    <a:pt x="669798" y="1242695"/>
                  </a:cubicBezTo>
                  <a:lnTo>
                    <a:pt x="675640" y="1253490"/>
                  </a:lnTo>
                  <a:lnTo>
                    <a:pt x="669798" y="1242695"/>
                  </a:lnTo>
                  <a:cubicBezTo>
                    <a:pt x="689991" y="1231900"/>
                    <a:pt x="709803" y="1220725"/>
                    <a:pt x="729361" y="1208914"/>
                  </a:cubicBezTo>
                  <a:cubicBezTo>
                    <a:pt x="748920" y="1197229"/>
                    <a:pt x="768224" y="1184911"/>
                    <a:pt x="787274" y="1172337"/>
                  </a:cubicBezTo>
                  <a:cubicBezTo>
                    <a:pt x="806324" y="1159637"/>
                    <a:pt x="824866" y="1146556"/>
                    <a:pt x="843281" y="1132967"/>
                  </a:cubicBezTo>
                  <a:cubicBezTo>
                    <a:pt x="861569" y="1119378"/>
                    <a:pt x="879603" y="1105281"/>
                    <a:pt x="897256" y="1090803"/>
                  </a:cubicBezTo>
                  <a:cubicBezTo>
                    <a:pt x="914909" y="1076325"/>
                    <a:pt x="932181" y="1061466"/>
                    <a:pt x="949072" y="1046099"/>
                  </a:cubicBezTo>
                  <a:lnTo>
                    <a:pt x="957327" y="1055243"/>
                  </a:lnTo>
                  <a:lnTo>
                    <a:pt x="949072" y="1046099"/>
                  </a:lnTo>
                  <a:cubicBezTo>
                    <a:pt x="965963" y="1030732"/>
                    <a:pt x="982473" y="1014984"/>
                    <a:pt x="998729" y="998855"/>
                  </a:cubicBezTo>
                  <a:lnTo>
                    <a:pt x="1007365" y="1007491"/>
                  </a:lnTo>
                  <a:lnTo>
                    <a:pt x="998729" y="998855"/>
                  </a:lnTo>
                  <a:cubicBezTo>
                    <a:pt x="1014858" y="982726"/>
                    <a:pt x="1030606" y="966216"/>
                    <a:pt x="1045973" y="949198"/>
                  </a:cubicBezTo>
                  <a:lnTo>
                    <a:pt x="1055117" y="957453"/>
                  </a:lnTo>
                  <a:lnTo>
                    <a:pt x="1045973" y="949198"/>
                  </a:lnTo>
                  <a:cubicBezTo>
                    <a:pt x="1061340" y="932307"/>
                    <a:pt x="1076199" y="915035"/>
                    <a:pt x="1090677" y="897382"/>
                  </a:cubicBezTo>
                  <a:lnTo>
                    <a:pt x="1100202" y="905129"/>
                  </a:lnTo>
                  <a:lnTo>
                    <a:pt x="1090677" y="897382"/>
                  </a:lnTo>
                  <a:cubicBezTo>
                    <a:pt x="1105155" y="879729"/>
                    <a:pt x="1119252" y="861695"/>
                    <a:pt x="1132841" y="843407"/>
                  </a:cubicBezTo>
                  <a:cubicBezTo>
                    <a:pt x="1146430" y="825119"/>
                    <a:pt x="1159638" y="806450"/>
                    <a:pt x="1172211" y="787400"/>
                  </a:cubicBezTo>
                  <a:cubicBezTo>
                    <a:pt x="1184911" y="768477"/>
                    <a:pt x="1197103" y="749173"/>
                    <a:pt x="1208787" y="729488"/>
                  </a:cubicBezTo>
                  <a:cubicBezTo>
                    <a:pt x="1220471" y="709930"/>
                    <a:pt x="1231774" y="689991"/>
                    <a:pt x="1242569" y="669925"/>
                  </a:cubicBezTo>
                  <a:lnTo>
                    <a:pt x="1253364" y="675767"/>
                  </a:lnTo>
                  <a:lnTo>
                    <a:pt x="1242569" y="669925"/>
                  </a:lnTo>
                  <a:cubicBezTo>
                    <a:pt x="1253364" y="649859"/>
                    <a:pt x="1263651" y="629412"/>
                    <a:pt x="1273303" y="608711"/>
                  </a:cubicBezTo>
                  <a:cubicBezTo>
                    <a:pt x="1283082" y="588137"/>
                    <a:pt x="1292353" y="567182"/>
                    <a:pt x="1301116" y="546100"/>
                  </a:cubicBezTo>
                  <a:lnTo>
                    <a:pt x="1312419" y="550799"/>
                  </a:lnTo>
                  <a:lnTo>
                    <a:pt x="1301116" y="546100"/>
                  </a:lnTo>
                  <a:cubicBezTo>
                    <a:pt x="1309879" y="525018"/>
                    <a:pt x="1318007" y="503682"/>
                    <a:pt x="1325754" y="482219"/>
                  </a:cubicBezTo>
                  <a:lnTo>
                    <a:pt x="1337311" y="486410"/>
                  </a:lnTo>
                  <a:lnTo>
                    <a:pt x="1325754" y="482219"/>
                  </a:lnTo>
                  <a:cubicBezTo>
                    <a:pt x="1333501" y="460756"/>
                    <a:pt x="1340613" y="439039"/>
                    <a:pt x="1347217" y="417195"/>
                  </a:cubicBezTo>
                  <a:cubicBezTo>
                    <a:pt x="1353821" y="395351"/>
                    <a:pt x="1359917" y="373380"/>
                    <a:pt x="1365505" y="351155"/>
                  </a:cubicBezTo>
                  <a:cubicBezTo>
                    <a:pt x="1371093" y="329057"/>
                    <a:pt x="1376046" y="306705"/>
                    <a:pt x="1380491" y="284353"/>
                  </a:cubicBezTo>
                  <a:cubicBezTo>
                    <a:pt x="1384936" y="262001"/>
                    <a:pt x="1388873" y="239522"/>
                    <a:pt x="1392175" y="216916"/>
                  </a:cubicBezTo>
                  <a:lnTo>
                    <a:pt x="1404367" y="218694"/>
                  </a:lnTo>
                  <a:lnTo>
                    <a:pt x="1392175" y="216916"/>
                  </a:lnTo>
                  <a:cubicBezTo>
                    <a:pt x="1395477" y="194310"/>
                    <a:pt x="1398271" y="171704"/>
                    <a:pt x="1400557" y="148971"/>
                  </a:cubicBezTo>
                  <a:cubicBezTo>
                    <a:pt x="1402843" y="126238"/>
                    <a:pt x="1404494" y="103505"/>
                    <a:pt x="1405637" y="80645"/>
                  </a:cubicBezTo>
                  <a:lnTo>
                    <a:pt x="1417956" y="81280"/>
                  </a:lnTo>
                  <a:lnTo>
                    <a:pt x="1405637" y="80645"/>
                  </a:lnTo>
                  <a:cubicBezTo>
                    <a:pt x="1406780" y="57785"/>
                    <a:pt x="1407288" y="35052"/>
                    <a:pt x="1407288" y="12192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803529" y="803656"/>
              <a:ext cx="466852" cy="466852"/>
            </a:xfrm>
            <a:custGeom>
              <a:avLst/>
              <a:gdLst/>
              <a:ahLst/>
              <a:cxnLst/>
              <a:rect r="r" b="b" t="t" l="l"/>
              <a:pathLst>
                <a:path h="466852" w="466852">
                  <a:moveTo>
                    <a:pt x="466853" y="233426"/>
                  </a:moveTo>
                  <a:cubicBezTo>
                    <a:pt x="466853" y="241046"/>
                    <a:pt x="466472" y="248666"/>
                    <a:pt x="465710" y="256286"/>
                  </a:cubicBezTo>
                  <a:cubicBezTo>
                    <a:pt x="464948" y="263906"/>
                    <a:pt x="463805" y="271399"/>
                    <a:pt x="462408" y="278892"/>
                  </a:cubicBezTo>
                  <a:cubicBezTo>
                    <a:pt x="461011" y="286385"/>
                    <a:pt x="459106" y="293751"/>
                    <a:pt x="456820" y="301117"/>
                  </a:cubicBezTo>
                  <a:cubicBezTo>
                    <a:pt x="454534" y="308483"/>
                    <a:pt x="451994" y="315595"/>
                    <a:pt x="449073" y="322707"/>
                  </a:cubicBezTo>
                  <a:cubicBezTo>
                    <a:pt x="446152" y="329819"/>
                    <a:pt x="442850" y="336677"/>
                    <a:pt x="439294" y="343408"/>
                  </a:cubicBezTo>
                  <a:cubicBezTo>
                    <a:pt x="435738" y="350139"/>
                    <a:pt x="431801" y="356743"/>
                    <a:pt x="427483" y="363093"/>
                  </a:cubicBezTo>
                  <a:cubicBezTo>
                    <a:pt x="423165" y="369443"/>
                    <a:pt x="418720" y="375539"/>
                    <a:pt x="413894" y="381509"/>
                  </a:cubicBezTo>
                  <a:cubicBezTo>
                    <a:pt x="409068" y="387477"/>
                    <a:pt x="403861" y="393066"/>
                    <a:pt x="398527" y="398527"/>
                  </a:cubicBezTo>
                  <a:cubicBezTo>
                    <a:pt x="393193" y="403988"/>
                    <a:pt x="387478" y="409068"/>
                    <a:pt x="381509" y="413894"/>
                  </a:cubicBezTo>
                  <a:cubicBezTo>
                    <a:pt x="375540" y="418719"/>
                    <a:pt x="369444" y="423291"/>
                    <a:pt x="363094" y="427483"/>
                  </a:cubicBezTo>
                  <a:cubicBezTo>
                    <a:pt x="356744" y="431674"/>
                    <a:pt x="350140" y="435611"/>
                    <a:pt x="343409" y="439294"/>
                  </a:cubicBezTo>
                  <a:cubicBezTo>
                    <a:pt x="336678" y="442977"/>
                    <a:pt x="329820" y="446152"/>
                    <a:pt x="322708" y="449073"/>
                  </a:cubicBezTo>
                  <a:cubicBezTo>
                    <a:pt x="315596" y="451994"/>
                    <a:pt x="308484" y="454534"/>
                    <a:pt x="301118" y="456819"/>
                  </a:cubicBezTo>
                  <a:cubicBezTo>
                    <a:pt x="293752" y="459105"/>
                    <a:pt x="286386" y="460884"/>
                    <a:pt x="278893" y="462408"/>
                  </a:cubicBezTo>
                  <a:cubicBezTo>
                    <a:pt x="271400" y="463932"/>
                    <a:pt x="263907" y="465075"/>
                    <a:pt x="256287" y="465710"/>
                  </a:cubicBezTo>
                  <a:cubicBezTo>
                    <a:pt x="248667" y="466345"/>
                    <a:pt x="241047" y="466852"/>
                    <a:pt x="233427" y="466852"/>
                  </a:cubicBezTo>
                  <a:cubicBezTo>
                    <a:pt x="225807" y="466852"/>
                    <a:pt x="218187" y="466472"/>
                    <a:pt x="210567" y="465710"/>
                  </a:cubicBezTo>
                  <a:cubicBezTo>
                    <a:pt x="202947" y="464948"/>
                    <a:pt x="195454" y="463805"/>
                    <a:pt x="187961" y="462408"/>
                  </a:cubicBezTo>
                  <a:cubicBezTo>
                    <a:pt x="180468" y="461011"/>
                    <a:pt x="173102" y="459105"/>
                    <a:pt x="165736" y="456819"/>
                  </a:cubicBezTo>
                  <a:cubicBezTo>
                    <a:pt x="158370" y="454534"/>
                    <a:pt x="151258" y="451994"/>
                    <a:pt x="144146" y="449073"/>
                  </a:cubicBezTo>
                  <a:cubicBezTo>
                    <a:pt x="137034" y="446152"/>
                    <a:pt x="130176" y="442850"/>
                    <a:pt x="123445" y="439294"/>
                  </a:cubicBezTo>
                  <a:cubicBezTo>
                    <a:pt x="116714" y="435738"/>
                    <a:pt x="110110" y="431801"/>
                    <a:pt x="103760" y="427483"/>
                  </a:cubicBezTo>
                  <a:cubicBezTo>
                    <a:pt x="97410" y="423165"/>
                    <a:pt x="91314" y="418719"/>
                    <a:pt x="85345" y="413894"/>
                  </a:cubicBezTo>
                  <a:cubicBezTo>
                    <a:pt x="79376" y="409068"/>
                    <a:pt x="73788" y="403861"/>
                    <a:pt x="68327" y="398527"/>
                  </a:cubicBezTo>
                  <a:cubicBezTo>
                    <a:pt x="62865" y="393193"/>
                    <a:pt x="57785" y="387477"/>
                    <a:pt x="52960" y="381509"/>
                  </a:cubicBezTo>
                  <a:cubicBezTo>
                    <a:pt x="48133" y="375539"/>
                    <a:pt x="43561" y="369443"/>
                    <a:pt x="39370" y="363093"/>
                  </a:cubicBezTo>
                  <a:cubicBezTo>
                    <a:pt x="35179" y="356743"/>
                    <a:pt x="31242" y="350139"/>
                    <a:pt x="27559" y="343408"/>
                  </a:cubicBezTo>
                  <a:cubicBezTo>
                    <a:pt x="23877" y="336677"/>
                    <a:pt x="20702" y="329819"/>
                    <a:pt x="17780" y="322707"/>
                  </a:cubicBezTo>
                  <a:cubicBezTo>
                    <a:pt x="14860" y="315595"/>
                    <a:pt x="12319" y="308483"/>
                    <a:pt x="10033" y="301117"/>
                  </a:cubicBezTo>
                  <a:cubicBezTo>
                    <a:pt x="7747" y="293751"/>
                    <a:pt x="5969" y="286385"/>
                    <a:pt x="4445" y="278892"/>
                  </a:cubicBezTo>
                  <a:cubicBezTo>
                    <a:pt x="2921" y="271399"/>
                    <a:pt x="1778" y="263906"/>
                    <a:pt x="1143" y="256286"/>
                  </a:cubicBezTo>
                  <a:cubicBezTo>
                    <a:pt x="508" y="248666"/>
                    <a:pt x="0" y="241046"/>
                    <a:pt x="0" y="233426"/>
                  </a:cubicBezTo>
                  <a:cubicBezTo>
                    <a:pt x="0" y="225806"/>
                    <a:pt x="381" y="218186"/>
                    <a:pt x="1143" y="210566"/>
                  </a:cubicBezTo>
                  <a:cubicBezTo>
                    <a:pt x="1905" y="202946"/>
                    <a:pt x="3048" y="195453"/>
                    <a:pt x="4445" y="187960"/>
                  </a:cubicBezTo>
                  <a:cubicBezTo>
                    <a:pt x="5842" y="180467"/>
                    <a:pt x="7747" y="173101"/>
                    <a:pt x="10033" y="165735"/>
                  </a:cubicBezTo>
                  <a:cubicBezTo>
                    <a:pt x="12319" y="158369"/>
                    <a:pt x="14859" y="151257"/>
                    <a:pt x="17780" y="144145"/>
                  </a:cubicBezTo>
                  <a:cubicBezTo>
                    <a:pt x="20702" y="137033"/>
                    <a:pt x="24003" y="130175"/>
                    <a:pt x="27559" y="123444"/>
                  </a:cubicBezTo>
                  <a:cubicBezTo>
                    <a:pt x="31115" y="116713"/>
                    <a:pt x="35052" y="110109"/>
                    <a:pt x="39370" y="103759"/>
                  </a:cubicBezTo>
                  <a:cubicBezTo>
                    <a:pt x="43688" y="97409"/>
                    <a:pt x="48133" y="91313"/>
                    <a:pt x="52960" y="85344"/>
                  </a:cubicBezTo>
                  <a:cubicBezTo>
                    <a:pt x="57785" y="79375"/>
                    <a:pt x="62992" y="73787"/>
                    <a:pt x="68327" y="68326"/>
                  </a:cubicBezTo>
                  <a:cubicBezTo>
                    <a:pt x="73661" y="62865"/>
                    <a:pt x="79376" y="57785"/>
                    <a:pt x="85345" y="52959"/>
                  </a:cubicBezTo>
                  <a:cubicBezTo>
                    <a:pt x="91314" y="48133"/>
                    <a:pt x="97410" y="43561"/>
                    <a:pt x="103760" y="39370"/>
                  </a:cubicBezTo>
                  <a:cubicBezTo>
                    <a:pt x="110110" y="35179"/>
                    <a:pt x="116714" y="31242"/>
                    <a:pt x="123445" y="27559"/>
                  </a:cubicBezTo>
                  <a:cubicBezTo>
                    <a:pt x="130176" y="23876"/>
                    <a:pt x="137034" y="20701"/>
                    <a:pt x="144146" y="17780"/>
                  </a:cubicBezTo>
                  <a:cubicBezTo>
                    <a:pt x="151258" y="14859"/>
                    <a:pt x="158370" y="12319"/>
                    <a:pt x="165736" y="10033"/>
                  </a:cubicBezTo>
                  <a:cubicBezTo>
                    <a:pt x="173102" y="7747"/>
                    <a:pt x="180468" y="5969"/>
                    <a:pt x="187961" y="4445"/>
                  </a:cubicBezTo>
                  <a:cubicBezTo>
                    <a:pt x="195454" y="2921"/>
                    <a:pt x="202947" y="1778"/>
                    <a:pt x="210567" y="1143"/>
                  </a:cubicBezTo>
                  <a:cubicBezTo>
                    <a:pt x="218187" y="508"/>
                    <a:pt x="225807" y="0"/>
                    <a:pt x="233427" y="0"/>
                  </a:cubicBezTo>
                  <a:cubicBezTo>
                    <a:pt x="241047" y="0"/>
                    <a:pt x="248667" y="381"/>
                    <a:pt x="256287" y="1143"/>
                  </a:cubicBezTo>
                  <a:cubicBezTo>
                    <a:pt x="263907" y="1905"/>
                    <a:pt x="271400" y="3048"/>
                    <a:pt x="278893" y="4445"/>
                  </a:cubicBezTo>
                  <a:cubicBezTo>
                    <a:pt x="286386" y="5842"/>
                    <a:pt x="293752" y="7747"/>
                    <a:pt x="301118" y="10033"/>
                  </a:cubicBezTo>
                  <a:cubicBezTo>
                    <a:pt x="308484" y="12319"/>
                    <a:pt x="315596" y="14859"/>
                    <a:pt x="322708" y="17780"/>
                  </a:cubicBezTo>
                  <a:cubicBezTo>
                    <a:pt x="329820" y="20701"/>
                    <a:pt x="336678" y="24003"/>
                    <a:pt x="343409" y="27559"/>
                  </a:cubicBezTo>
                  <a:cubicBezTo>
                    <a:pt x="350140" y="31115"/>
                    <a:pt x="356744" y="35052"/>
                    <a:pt x="363094" y="39370"/>
                  </a:cubicBezTo>
                  <a:cubicBezTo>
                    <a:pt x="369444" y="43688"/>
                    <a:pt x="375540" y="48133"/>
                    <a:pt x="381509" y="52959"/>
                  </a:cubicBezTo>
                  <a:cubicBezTo>
                    <a:pt x="387478" y="57785"/>
                    <a:pt x="393066" y="62992"/>
                    <a:pt x="398527" y="68326"/>
                  </a:cubicBezTo>
                  <a:cubicBezTo>
                    <a:pt x="403988" y="73660"/>
                    <a:pt x="409068" y="79375"/>
                    <a:pt x="413894" y="85344"/>
                  </a:cubicBezTo>
                  <a:cubicBezTo>
                    <a:pt x="418720" y="91313"/>
                    <a:pt x="423292" y="97409"/>
                    <a:pt x="427483" y="103759"/>
                  </a:cubicBezTo>
                  <a:cubicBezTo>
                    <a:pt x="431674" y="110109"/>
                    <a:pt x="435611" y="116713"/>
                    <a:pt x="439294" y="123444"/>
                  </a:cubicBezTo>
                  <a:cubicBezTo>
                    <a:pt x="442977" y="130175"/>
                    <a:pt x="446152" y="137033"/>
                    <a:pt x="449073" y="144145"/>
                  </a:cubicBezTo>
                  <a:cubicBezTo>
                    <a:pt x="451994" y="151257"/>
                    <a:pt x="454534" y="158369"/>
                    <a:pt x="456820" y="165735"/>
                  </a:cubicBezTo>
                  <a:cubicBezTo>
                    <a:pt x="459106" y="173101"/>
                    <a:pt x="460884" y="180467"/>
                    <a:pt x="462408" y="187960"/>
                  </a:cubicBezTo>
                  <a:cubicBezTo>
                    <a:pt x="463932" y="195453"/>
                    <a:pt x="465075" y="202946"/>
                    <a:pt x="465710" y="210566"/>
                  </a:cubicBezTo>
                  <a:cubicBezTo>
                    <a:pt x="466345" y="218186"/>
                    <a:pt x="466853" y="225806"/>
                    <a:pt x="466853" y="233426"/>
                  </a:cubicBez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793877" y="794258"/>
              <a:ext cx="486029" cy="485648"/>
            </a:xfrm>
            <a:custGeom>
              <a:avLst/>
              <a:gdLst/>
              <a:ahLst/>
              <a:cxnLst/>
              <a:rect r="r" b="b" t="t" l="l"/>
              <a:pathLst>
                <a:path h="485648" w="486029">
                  <a:moveTo>
                    <a:pt x="486030" y="242824"/>
                  </a:moveTo>
                  <a:cubicBezTo>
                    <a:pt x="486030" y="250825"/>
                    <a:pt x="485649" y="258699"/>
                    <a:pt x="484887" y="266573"/>
                  </a:cubicBezTo>
                  <a:lnTo>
                    <a:pt x="475362" y="265684"/>
                  </a:lnTo>
                  <a:lnTo>
                    <a:pt x="484887" y="266573"/>
                  </a:lnTo>
                  <a:cubicBezTo>
                    <a:pt x="484125" y="274447"/>
                    <a:pt x="482982" y="282321"/>
                    <a:pt x="481458" y="290195"/>
                  </a:cubicBezTo>
                  <a:cubicBezTo>
                    <a:pt x="479934" y="297942"/>
                    <a:pt x="478029" y="305689"/>
                    <a:pt x="475616" y="313309"/>
                  </a:cubicBezTo>
                  <a:lnTo>
                    <a:pt x="466472" y="310515"/>
                  </a:lnTo>
                  <a:lnTo>
                    <a:pt x="475616" y="313309"/>
                  </a:lnTo>
                  <a:cubicBezTo>
                    <a:pt x="473330" y="320929"/>
                    <a:pt x="470663" y="328422"/>
                    <a:pt x="467615" y="335788"/>
                  </a:cubicBezTo>
                  <a:lnTo>
                    <a:pt x="458852" y="332105"/>
                  </a:lnTo>
                  <a:lnTo>
                    <a:pt x="467615" y="335788"/>
                  </a:lnTo>
                  <a:cubicBezTo>
                    <a:pt x="464567" y="343154"/>
                    <a:pt x="461138" y="350393"/>
                    <a:pt x="457455" y="357378"/>
                  </a:cubicBezTo>
                  <a:lnTo>
                    <a:pt x="449073" y="352933"/>
                  </a:lnTo>
                  <a:lnTo>
                    <a:pt x="457455" y="357378"/>
                  </a:lnTo>
                  <a:cubicBezTo>
                    <a:pt x="453645" y="364363"/>
                    <a:pt x="449581" y="371221"/>
                    <a:pt x="445263" y="377825"/>
                  </a:cubicBezTo>
                  <a:cubicBezTo>
                    <a:pt x="440818" y="384429"/>
                    <a:pt x="436119" y="390780"/>
                    <a:pt x="431039" y="397003"/>
                  </a:cubicBezTo>
                  <a:cubicBezTo>
                    <a:pt x="425959" y="403099"/>
                    <a:pt x="420625" y="409067"/>
                    <a:pt x="415037" y="414656"/>
                  </a:cubicBezTo>
                  <a:cubicBezTo>
                    <a:pt x="409449" y="420244"/>
                    <a:pt x="403480" y="425578"/>
                    <a:pt x="397384" y="430658"/>
                  </a:cubicBezTo>
                  <a:cubicBezTo>
                    <a:pt x="391288" y="435738"/>
                    <a:pt x="384811" y="440436"/>
                    <a:pt x="378207" y="444882"/>
                  </a:cubicBezTo>
                  <a:cubicBezTo>
                    <a:pt x="371603" y="449327"/>
                    <a:pt x="364745" y="453391"/>
                    <a:pt x="357760" y="457074"/>
                  </a:cubicBezTo>
                  <a:cubicBezTo>
                    <a:pt x="350775" y="460757"/>
                    <a:pt x="343536" y="464186"/>
                    <a:pt x="336170" y="467234"/>
                  </a:cubicBezTo>
                  <a:cubicBezTo>
                    <a:pt x="328804" y="470282"/>
                    <a:pt x="321311" y="472949"/>
                    <a:pt x="313691" y="475235"/>
                  </a:cubicBezTo>
                  <a:lnTo>
                    <a:pt x="310897" y="466091"/>
                  </a:lnTo>
                  <a:lnTo>
                    <a:pt x="313691" y="475235"/>
                  </a:lnTo>
                  <a:cubicBezTo>
                    <a:pt x="306071" y="477521"/>
                    <a:pt x="298324" y="479425"/>
                    <a:pt x="290577" y="481077"/>
                  </a:cubicBezTo>
                  <a:cubicBezTo>
                    <a:pt x="282830" y="482600"/>
                    <a:pt x="274956" y="483744"/>
                    <a:pt x="266955" y="484506"/>
                  </a:cubicBezTo>
                  <a:lnTo>
                    <a:pt x="266066" y="474981"/>
                  </a:lnTo>
                  <a:lnTo>
                    <a:pt x="266955" y="484506"/>
                  </a:lnTo>
                  <a:cubicBezTo>
                    <a:pt x="259081" y="485268"/>
                    <a:pt x="251080" y="485649"/>
                    <a:pt x="243206" y="485649"/>
                  </a:cubicBezTo>
                  <a:lnTo>
                    <a:pt x="243206" y="476124"/>
                  </a:lnTo>
                  <a:lnTo>
                    <a:pt x="243206" y="485649"/>
                  </a:lnTo>
                  <a:cubicBezTo>
                    <a:pt x="235205" y="485649"/>
                    <a:pt x="227331" y="485268"/>
                    <a:pt x="219330" y="484506"/>
                  </a:cubicBezTo>
                  <a:cubicBezTo>
                    <a:pt x="211456" y="483744"/>
                    <a:pt x="203582" y="482600"/>
                    <a:pt x="195708" y="481077"/>
                  </a:cubicBezTo>
                  <a:cubicBezTo>
                    <a:pt x="187961" y="479553"/>
                    <a:pt x="180214" y="477648"/>
                    <a:pt x="172594" y="475235"/>
                  </a:cubicBezTo>
                  <a:lnTo>
                    <a:pt x="175388" y="466091"/>
                  </a:lnTo>
                  <a:lnTo>
                    <a:pt x="172594" y="475235"/>
                  </a:lnTo>
                  <a:cubicBezTo>
                    <a:pt x="164974" y="472949"/>
                    <a:pt x="157481" y="470282"/>
                    <a:pt x="150115" y="467234"/>
                  </a:cubicBezTo>
                  <a:cubicBezTo>
                    <a:pt x="142749" y="464186"/>
                    <a:pt x="135637" y="460757"/>
                    <a:pt x="128525" y="457074"/>
                  </a:cubicBezTo>
                  <a:cubicBezTo>
                    <a:pt x="121540" y="453264"/>
                    <a:pt x="114682" y="449200"/>
                    <a:pt x="108078" y="444882"/>
                  </a:cubicBezTo>
                  <a:cubicBezTo>
                    <a:pt x="101474" y="440436"/>
                    <a:pt x="95124" y="435738"/>
                    <a:pt x="88901" y="430658"/>
                  </a:cubicBezTo>
                  <a:cubicBezTo>
                    <a:pt x="82678" y="425578"/>
                    <a:pt x="76836" y="420244"/>
                    <a:pt x="71247" y="414656"/>
                  </a:cubicBezTo>
                  <a:cubicBezTo>
                    <a:pt x="65659" y="409067"/>
                    <a:pt x="60326" y="403099"/>
                    <a:pt x="55245" y="397003"/>
                  </a:cubicBezTo>
                  <a:lnTo>
                    <a:pt x="62611" y="390907"/>
                  </a:lnTo>
                  <a:lnTo>
                    <a:pt x="55245" y="397003"/>
                  </a:lnTo>
                  <a:cubicBezTo>
                    <a:pt x="50165" y="390907"/>
                    <a:pt x="45466" y="384429"/>
                    <a:pt x="41021" y="377825"/>
                  </a:cubicBezTo>
                  <a:lnTo>
                    <a:pt x="48895" y="372491"/>
                  </a:lnTo>
                  <a:lnTo>
                    <a:pt x="41021" y="377825"/>
                  </a:lnTo>
                  <a:cubicBezTo>
                    <a:pt x="36576" y="371221"/>
                    <a:pt x="32512" y="364363"/>
                    <a:pt x="28702" y="357378"/>
                  </a:cubicBezTo>
                  <a:cubicBezTo>
                    <a:pt x="25019" y="350393"/>
                    <a:pt x="21590" y="343154"/>
                    <a:pt x="18542" y="335788"/>
                  </a:cubicBezTo>
                  <a:cubicBezTo>
                    <a:pt x="15494" y="328422"/>
                    <a:pt x="12827" y="320929"/>
                    <a:pt x="10541" y="313309"/>
                  </a:cubicBezTo>
                  <a:cubicBezTo>
                    <a:pt x="8255" y="305689"/>
                    <a:pt x="6350" y="297942"/>
                    <a:pt x="4699" y="290195"/>
                  </a:cubicBezTo>
                  <a:lnTo>
                    <a:pt x="14097" y="288290"/>
                  </a:lnTo>
                  <a:lnTo>
                    <a:pt x="4699" y="290195"/>
                  </a:lnTo>
                  <a:cubicBezTo>
                    <a:pt x="3175" y="282448"/>
                    <a:pt x="2032" y="274574"/>
                    <a:pt x="1143" y="266573"/>
                  </a:cubicBezTo>
                  <a:lnTo>
                    <a:pt x="10668" y="265684"/>
                  </a:lnTo>
                  <a:lnTo>
                    <a:pt x="1143" y="266573"/>
                  </a:lnTo>
                  <a:cubicBezTo>
                    <a:pt x="381" y="258699"/>
                    <a:pt x="0" y="250698"/>
                    <a:pt x="0" y="242824"/>
                  </a:cubicBezTo>
                  <a:lnTo>
                    <a:pt x="9525" y="242824"/>
                  </a:lnTo>
                  <a:lnTo>
                    <a:pt x="0" y="242824"/>
                  </a:lnTo>
                  <a:cubicBezTo>
                    <a:pt x="0" y="234823"/>
                    <a:pt x="381" y="226949"/>
                    <a:pt x="1143" y="219075"/>
                  </a:cubicBezTo>
                  <a:lnTo>
                    <a:pt x="10668" y="219964"/>
                  </a:lnTo>
                  <a:lnTo>
                    <a:pt x="1143" y="219075"/>
                  </a:lnTo>
                  <a:cubicBezTo>
                    <a:pt x="1905" y="211201"/>
                    <a:pt x="3048" y="203327"/>
                    <a:pt x="4699" y="195453"/>
                  </a:cubicBezTo>
                  <a:lnTo>
                    <a:pt x="14097" y="197358"/>
                  </a:lnTo>
                  <a:lnTo>
                    <a:pt x="4699" y="195453"/>
                  </a:lnTo>
                  <a:cubicBezTo>
                    <a:pt x="6223" y="187706"/>
                    <a:pt x="8128" y="179959"/>
                    <a:pt x="10541" y="172339"/>
                  </a:cubicBezTo>
                  <a:lnTo>
                    <a:pt x="19685" y="175133"/>
                  </a:lnTo>
                  <a:lnTo>
                    <a:pt x="10541" y="172339"/>
                  </a:lnTo>
                  <a:cubicBezTo>
                    <a:pt x="12827" y="164719"/>
                    <a:pt x="15494" y="157226"/>
                    <a:pt x="18542" y="149860"/>
                  </a:cubicBezTo>
                  <a:cubicBezTo>
                    <a:pt x="21590" y="142494"/>
                    <a:pt x="25019" y="135382"/>
                    <a:pt x="28702" y="128270"/>
                  </a:cubicBezTo>
                  <a:cubicBezTo>
                    <a:pt x="32512" y="121285"/>
                    <a:pt x="36576" y="114427"/>
                    <a:pt x="41021" y="107823"/>
                  </a:cubicBezTo>
                  <a:lnTo>
                    <a:pt x="48895" y="113157"/>
                  </a:lnTo>
                  <a:lnTo>
                    <a:pt x="41021" y="107823"/>
                  </a:lnTo>
                  <a:cubicBezTo>
                    <a:pt x="45466" y="101219"/>
                    <a:pt x="50165" y="94869"/>
                    <a:pt x="55245" y="88646"/>
                  </a:cubicBezTo>
                  <a:lnTo>
                    <a:pt x="62611" y="94742"/>
                  </a:lnTo>
                  <a:lnTo>
                    <a:pt x="55245" y="88773"/>
                  </a:lnTo>
                  <a:cubicBezTo>
                    <a:pt x="60326" y="82550"/>
                    <a:pt x="65659" y="76708"/>
                    <a:pt x="71247" y="71120"/>
                  </a:cubicBezTo>
                  <a:cubicBezTo>
                    <a:pt x="76836" y="65532"/>
                    <a:pt x="82805" y="60198"/>
                    <a:pt x="88901" y="55118"/>
                  </a:cubicBezTo>
                  <a:cubicBezTo>
                    <a:pt x="94997" y="50038"/>
                    <a:pt x="101474" y="45339"/>
                    <a:pt x="108078" y="40894"/>
                  </a:cubicBezTo>
                  <a:cubicBezTo>
                    <a:pt x="114682" y="36449"/>
                    <a:pt x="121540" y="32385"/>
                    <a:pt x="128525" y="28702"/>
                  </a:cubicBezTo>
                  <a:cubicBezTo>
                    <a:pt x="135510" y="25019"/>
                    <a:pt x="142749" y="21590"/>
                    <a:pt x="150115" y="18542"/>
                  </a:cubicBezTo>
                  <a:cubicBezTo>
                    <a:pt x="157481" y="15494"/>
                    <a:pt x="164974" y="12827"/>
                    <a:pt x="172594" y="10541"/>
                  </a:cubicBezTo>
                  <a:lnTo>
                    <a:pt x="175388" y="19685"/>
                  </a:lnTo>
                  <a:lnTo>
                    <a:pt x="172594" y="10541"/>
                  </a:lnTo>
                  <a:cubicBezTo>
                    <a:pt x="180214" y="8255"/>
                    <a:pt x="187961" y="6350"/>
                    <a:pt x="195708" y="4699"/>
                  </a:cubicBezTo>
                  <a:lnTo>
                    <a:pt x="197613" y="14097"/>
                  </a:lnTo>
                  <a:lnTo>
                    <a:pt x="195708" y="4699"/>
                  </a:lnTo>
                  <a:cubicBezTo>
                    <a:pt x="203455" y="3175"/>
                    <a:pt x="211329" y="2032"/>
                    <a:pt x="219330" y="1143"/>
                  </a:cubicBezTo>
                  <a:cubicBezTo>
                    <a:pt x="227204" y="381"/>
                    <a:pt x="235205" y="0"/>
                    <a:pt x="243206" y="0"/>
                  </a:cubicBezTo>
                  <a:lnTo>
                    <a:pt x="243206" y="9525"/>
                  </a:lnTo>
                  <a:lnTo>
                    <a:pt x="243206" y="0"/>
                  </a:lnTo>
                  <a:cubicBezTo>
                    <a:pt x="251207" y="0"/>
                    <a:pt x="259081" y="381"/>
                    <a:pt x="266955" y="1143"/>
                  </a:cubicBezTo>
                  <a:cubicBezTo>
                    <a:pt x="274829" y="1905"/>
                    <a:pt x="282703" y="3048"/>
                    <a:pt x="290577" y="4699"/>
                  </a:cubicBezTo>
                  <a:lnTo>
                    <a:pt x="288672" y="14097"/>
                  </a:lnTo>
                  <a:lnTo>
                    <a:pt x="290577" y="4699"/>
                  </a:lnTo>
                  <a:cubicBezTo>
                    <a:pt x="298451" y="6223"/>
                    <a:pt x="306071" y="8128"/>
                    <a:pt x="313691" y="10541"/>
                  </a:cubicBezTo>
                  <a:lnTo>
                    <a:pt x="310897" y="19685"/>
                  </a:lnTo>
                  <a:lnTo>
                    <a:pt x="313691" y="10541"/>
                  </a:lnTo>
                  <a:cubicBezTo>
                    <a:pt x="321311" y="12827"/>
                    <a:pt x="328804" y="15494"/>
                    <a:pt x="336170" y="18542"/>
                  </a:cubicBezTo>
                  <a:cubicBezTo>
                    <a:pt x="343536" y="21590"/>
                    <a:pt x="350648" y="25019"/>
                    <a:pt x="357760" y="28702"/>
                  </a:cubicBezTo>
                  <a:cubicBezTo>
                    <a:pt x="364745" y="32512"/>
                    <a:pt x="371603" y="36576"/>
                    <a:pt x="378207" y="40894"/>
                  </a:cubicBezTo>
                  <a:cubicBezTo>
                    <a:pt x="384811" y="45339"/>
                    <a:pt x="391161" y="50038"/>
                    <a:pt x="397384" y="55118"/>
                  </a:cubicBezTo>
                  <a:cubicBezTo>
                    <a:pt x="403480" y="60198"/>
                    <a:pt x="409449" y="65532"/>
                    <a:pt x="415037" y="71120"/>
                  </a:cubicBezTo>
                  <a:cubicBezTo>
                    <a:pt x="420625" y="76708"/>
                    <a:pt x="425959" y="82677"/>
                    <a:pt x="431039" y="88773"/>
                  </a:cubicBezTo>
                  <a:lnTo>
                    <a:pt x="423673" y="94869"/>
                  </a:lnTo>
                  <a:lnTo>
                    <a:pt x="431039" y="88773"/>
                  </a:lnTo>
                  <a:cubicBezTo>
                    <a:pt x="436119" y="94869"/>
                    <a:pt x="440818" y="101346"/>
                    <a:pt x="445263" y="107950"/>
                  </a:cubicBezTo>
                  <a:cubicBezTo>
                    <a:pt x="449708" y="114554"/>
                    <a:pt x="453772" y="121412"/>
                    <a:pt x="457455" y="128397"/>
                  </a:cubicBezTo>
                  <a:lnTo>
                    <a:pt x="449073" y="132842"/>
                  </a:lnTo>
                  <a:lnTo>
                    <a:pt x="457455" y="128397"/>
                  </a:lnTo>
                  <a:cubicBezTo>
                    <a:pt x="461265" y="135382"/>
                    <a:pt x="464567" y="142621"/>
                    <a:pt x="467615" y="149987"/>
                  </a:cubicBezTo>
                  <a:lnTo>
                    <a:pt x="458852" y="153670"/>
                  </a:lnTo>
                  <a:lnTo>
                    <a:pt x="467615" y="149987"/>
                  </a:lnTo>
                  <a:cubicBezTo>
                    <a:pt x="470663" y="157353"/>
                    <a:pt x="473330" y="164846"/>
                    <a:pt x="475616" y="172466"/>
                  </a:cubicBezTo>
                  <a:lnTo>
                    <a:pt x="466472" y="175260"/>
                  </a:lnTo>
                  <a:lnTo>
                    <a:pt x="475616" y="172466"/>
                  </a:lnTo>
                  <a:cubicBezTo>
                    <a:pt x="477902" y="180086"/>
                    <a:pt x="479807" y="187833"/>
                    <a:pt x="481458" y="195580"/>
                  </a:cubicBezTo>
                  <a:cubicBezTo>
                    <a:pt x="482982" y="203327"/>
                    <a:pt x="484125" y="211201"/>
                    <a:pt x="484887" y="219202"/>
                  </a:cubicBezTo>
                  <a:lnTo>
                    <a:pt x="475362" y="220091"/>
                  </a:lnTo>
                  <a:lnTo>
                    <a:pt x="484887" y="219202"/>
                  </a:lnTo>
                  <a:cubicBezTo>
                    <a:pt x="485649" y="227076"/>
                    <a:pt x="486030" y="235077"/>
                    <a:pt x="486030" y="242951"/>
                  </a:cubicBezTo>
                  <a:lnTo>
                    <a:pt x="476505" y="242951"/>
                  </a:lnTo>
                  <a:lnTo>
                    <a:pt x="486030" y="242951"/>
                  </a:lnTo>
                  <a:moveTo>
                    <a:pt x="466980" y="242951"/>
                  </a:moveTo>
                  <a:cubicBezTo>
                    <a:pt x="466980" y="235585"/>
                    <a:pt x="466599" y="228346"/>
                    <a:pt x="465837" y="220980"/>
                  </a:cubicBezTo>
                  <a:cubicBezTo>
                    <a:pt x="465075" y="213741"/>
                    <a:pt x="464059" y="206375"/>
                    <a:pt x="462662" y="199263"/>
                  </a:cubicBezTo>
                  <a:lnTo>
                    <a:pt x="472060" y="197358"/>
                  </a:lnTo>
                  <a:lnTo>
                    <a:pt x="462662" y="199263"/>
                  </a:lnTo>
                  <a:cubicBezTo>
                    <a:pt x="461265" y="192024"/>
                    <a:pt x="459487" y="184912"/>
                    <a:pt x="457328" y="177927"/>
                  </a:cubicBezTo>
                  <a:cubicBezTo>
                    <a:pt x="455169" y="170942"/>
                    <a:pt x="452756" y="164084"/>
                    <a:pt x="449962" y="157226"/>
                  </a:cubicBezTo>
                  <a:cubicBezTo>
                    <a:pt x="447168" y="150495"/>
                    <a:pt x="443993" y="143891"/>
                    <a:pt x="440564" y="137414"/>
                  </a:cubicBezTo>
                  <a:cubicBezTo>
                    <a:pt x="437135" y="130937"/>
                    <a:pt x="433325" y="124714"/>
                    <a:pt x="429261" y="118618"/>
                  </a:cubicBezTo>
                  <a:lnTo>
                    <a:pt x="437135" y="113284"/>
                  </a:lnTo>
                  <a:lnTo>
                    <a:pt x="429261" y="118618"/>
                  </a:lnTo>
                  <a:cubicBezTo>
                    <a:pt x="425197" y="112522"/>
                    <a:pt x="420879" y="106680"/>
                    <a:pt x="416180" y="100965"/>
                  </a:cubicBezTo>
                  <a:cubicBezTo>
                    <a:pt x="411481" y="95250"/>
                    <a:pt x="406655" y="89916"/>
                    <a:pt x="401448" y="84709"/>
                  </a:cubicBezTo>
                  <a:lnTo>
                    <a:pt x="408179" y="77978"/>
                  </a:lnTo>
                  <a:lnTo>
                    <a:pt x="401448" y="84709"/>
                  </a:lnTo>
                  <a:cubicBezTo>
                    <a:pt x="396241" y="79502"/>
                    <a:pt x="390780" y="74549"/>
                    <a:pt x="385192" y="69977"/>
                  </a:cubicBezTo>
                  <a:lnTo>
                    <a:pt x="391288" y="62611"/>
                  </a:lnTo>
                  <a:lnTo>
                    <a:pt x="385319" y="69977"/>
                  </a:lnTo>
                  <a:cubicBezTo>
                    <a:pt x="379604" y="65278"/>
                    <a:pt x="373762" y="60960"/>
                    <a:pt x="367666" y="56896"/>
                  </a:cubicBezTo>
                  <a:lnTo>
                    <a:pt x="373000" y="49022"/>
                  </a:lnTo>
                  <a:lnTo>
                    <a:pt x="367666" y="56896"/>
                  </a:lnTo>
                  <a:cubicBezTo>
                    <a:pt x="361570" y="52832"/>
                    <a:pt x="355347" y="49022"/>
                    <a:pt x="348870" y="45593"/>
                  </a:cubicBezTo>
                  <a:lnTo>
                    <a:pt x="353315" y="37211"/>
                  </a:lnTo>
                  <a:lnTo>
                    <a:pt x="348870" y="45593"/>
                  </a:lnTo>
                  <a:cubicBezTo>
                    <a:pt x="342393" y="42164"/>
                    <a:pt x="335789" y="38989"/>
                    <a:pt x="329058" y="36195"/>
                  </a:cubicBezTo>
                  <a:lnTo>
                    <a:pt x="332741" y="27432"/>
                  </a:lnTo>
                  <a:lnTo>
                    <a:pt x="329058" y="36195"/>
                  </a:lnTo>
                  <a:cubicBezTo>
                    <a:pt x="322327" y="33401"/>
                    <a:pt x="315342" y="30861"/>
                    <a:pt x="308357" y="28829"/>
                  </a:cubicBezTo>
                  <a:cubicBezTo>
                    <a:pt x="301372" y="26670"/>
                    <a:pt x="294260" y="24892"/>
                    <a:pt x="287021" y="23495"/>
                  </a:cubicBezTo>
                  <a:cubicBezTo>
                    <a:pt x="279782" y="22098"/>
                    <a:pt x="272670" y="20955"/>
                    <a:pt x="265304" y="20320"/>
                  </a:cubicBezTo>
                  <a:lnTo>
                    <a:pt x="266193" y="10795"/>
                  </a:lnTo>
                  <a:lnTo>
                    <a:pt x="265304" y="20320"/>
                  </a:lnTo>
                  <a:cubicBezTo>
                    <a:pt x="258065" y="19558"/>
                    <a:pt x="250699" y="19304"/>
                    <a:pt x="243333" y="19304"/>
                  </a:cubicBezTo>
                  <a:cubicBezTo>
                    <a:pt x="235967" y="19304"/>
                    <a:pt x="228728" y="19685"/>
                    <a:pt x="221362" y="20320"/>
                  </a:cubicBezTo>
                  <a:lnTo>
                    <a:pt x="220473" y="10795"/>
                  </a:lnTo>
                  <a:lnTo>
                    <a:pt x="221362" y="20320"/>
                  </a:lnTo>
                  <a:cubicBezTo>
                    <a:pt x="214123" y="21082"/>
                    <a:pt x="206884" y="22098"/>
                    <a:pt x="199645" y="23495"/>
                  </a:cubicBezTo>
                  <a:cubicBezTo>
                    <a:pt x="192406" y="24892"/>
                    <a:pt x="185294" y="26670"/>
                    <a:pt x="178309" y="28829"/>
                  </a:cubicBezTo>
                  <a:cubicBezTo>
                    <a:pt x="171324" y="30988"/>
                    <a:pt x="164466" y="33401"/>
                    <a:pt x="157608" y="36195"/>
                  </a:cubicBezTo>
                  <a:lnTo>
                    <a:pt x="153925" y="27432"/>
                  </a:lnTo>
                  <a:lnTo>
                    <a:pt x="157608" y="36195"/>
                  </a:lnTo>
                  <a:cubicBezTo>
                    <a:pt x="150877" y="38989"/>
                    <a:pt x="144146" y="42164"/>
                    <a:pt x="137796" y="45593"/>
                  </a:cubicBezTo>
                  <a:lnTo>
                    <a:pt x="133224" y="36957"/>
                  </a:lnTo>
                  <a:lnTo>
                    <a:pt x="137669" y="45339"/>
                  </a:lnTo>
                  <a:cubicBezTo>
                    <a:pt x="131192" y="48768"/>
                    <a:pt x="124969" y="52578"/>
                    <a:pt x="118873" y="56642"/>
                  </a:cubicBezTo>
                  <a:lnTo>
                    <a:pt x="113539" y="48768"/>
                  </a:lnTo>
                  <a:lnTo>
                    <a:pt x="118873" y="56642"/>
                  </a:lnTo>
                  <a:cubicBezTo>
                    <a:pt x="112777" y="60706"/>
                    <a:pt x="106935" y="65151"/>
                    <a:pt x="101220" y="69723"/>
                  </a:cubicBezTo>
                  <a:lnTo>
                    <a:pt x="95124" y="62357"/>
                  </a:lnTo>
                  <a:lnTo>
                    <a:pt x="101220" y="69723"/>
                  </a:lnTo>
                  <a:cubicBezTo>
                    <a:pt x="95505" y="74422"/>
                    <a:pt x="90171" y="79248"/>
                    <a:pt x="84964" y="84455"/>
                  </a:cubicBezTo>
                  <a:lnTo>
                    <a:pt x="78233" y="77724"/>
                  </a:lnTo>
                  <a:lnTo>
                    <a:pt x="84964" y="84455"/>
                  </a:lnTo>
                  <a:cubicBezTo>
                    <a:pt x="79757" y="89662"/>
                    <a:pt x="74804" y="95123"/>
                    <a:pt x="70231" y="100711"/>
                  </a:cubicBezTo>
                  <a:cubicBezTo>
                    <a:pt x="65532" y="106426"/>
                    <a:pt x="61215" y="112268"/>
                    <a:pt x="57151" y="118364"/>
                  </a:cubicBezTo>
                  <a:cubicBezTo>
                    <a:pt x="53087" y="124460"/>
                    <a:pt x="49276" y="130683"/>
                    <a:pt x="45848" y="137160"/>
                  </a:cubicBezTo>
                  <a:lnTo>
                    <a:pt x="37338" y="132842"/>
                  </a:lnTo>
                  <a:lnTo>
                    <a:pt x="45720" y="137287"/>
                  </a:lnTo>
                  <a:cubicBezTo>
                    <a:pt x="42291" y="143764"/>
                    <a:pt x="39116" y="150368"/>
                    <a:pt x="36322" y="157099"/>
                  </a:cubicBezTo>
                  <a:lnTo>
                    <a:pt x="27559" y="153416"/>
                  </a:lnTo>
                  <a:lnTo>
                    <a:pt x="36322" y="157099"/>
                  </a:lnTo>
                  <a:cubicBezTo>
                    <a:pt x="33528" y="163830"/>
                    <a:pt x="31115" y="170815"/>
                    <a:pt x="28956" y="177800"/>
                  </a:cubicBezTo>
                  <a:cubicBezTo>
                    <a:pt x="26797" y="184785"/>
                    <a:pt x="25019" y="191897"/>
                    <a:pt x="23622" y="199136"/>
                  </a:cubicBezTo>
                  <a:cubicBezTo>
                    <a:pt x="22225" y="206375"/>
                    <a:pt x="21082" y="213614"/>
                    <a:pt x="20447" y="220853"/>
                  </a:cubicBezTo>
                  <a:cubicBezTo>
                    <a:pt x="19685" y="228092"/>
                    <a:pt x="19431" y="235458"/>
                    <a:pt x="19431" y="242824"/>
                  </a:cubicBezTo>
                  <a:cubicBezTo>
                    <a:pt x="19431" y="250190"/>
                    <a:pt x="19812" y="257429"/>
                    <a:pt x="20447" y="264795"/>
                  </a:cubicBezTo>
                  <a:cubicBezTo>
                    <a:pt x="21209" y="272161"/>
                    <a:pt x="22225" y="279400"/>
                    <a:pt x="23622" y="286512"/>
                  </a:cubicBezTo>
                  <a:cubicBezTo>
                    <a:pt x="25019" y="293751"/>
                    <a:pt x="26797" y="300863"/>
                    <a:pt x="28956" y="307848"/>
                  </a:cubicBezTo>
                  <a:lnTo>
                    <a:pt x="19812" y="310642"/>
                  </a:lnTo>
                  <a:lnTo>
                    <a:pt x="28956" y="307848"/>
                  </a:lnTo>
                  <a:cubicBezTo>
                    <a:pt x="31115" y="314833"/>
                    <a:pt x="33528" y="321818"/>
                    <a:pt x="36322" y="328549"/>
                  </a:cubicBezTo>
                  <a:lnTo>
                    <a:pt x="27559" y="332232"/>
                  </a:lnTo>
                  <a:lnTo>
                    <a:pt x="36322" y="328549"/>
                  </a:lnTo>
                  <a:cubicBezTo>
                    <a:pt x="39116" y="335280"/>
                    <a:pt x="42291" y="342011"/>
                    <a:pt x="45720" y="348361"/>
                  </a:cubicBezTo>
                  <a:lnTo>
                    <a:pt x="37338" y="352806"/>
                  </a:lnTo>
                  <a:lnTo>
                    <a:pt x="45720" y="348361"/>
                  </a:lnTo>
                  <a:cubicBezTo>
                    <a:pt x="49149" y="354838"/>
                    <a:pt x="52959" y="361061"/>
                    <a:pt x="57023" y="367157"/>
                  </a:cubicBezTo>
                  <a:cubicBezTo>
                    <a:pt x="61087" y="373253"/>
                    <a:pt x="65405" y="379095"/>
                    <a:pt x="70104" y="384810"/>
                  </a:cubicBezTo>
                  <a:cubicBezTo>
                    <a:pt x="74677" y="390525"/>
                    <a:pt x="79630" y="395859"/>
                    <a:pt x="84837" y="401067"/>
                  </a:cubicBezTo>
                  <a:lnTo>
                    <a:pt x="78106" y="407798"/>
                  </a:lnTo>
                  <a:lnTo>
                    <a:pt x="84837" y="401067"/>
                  </a:lnTo>
                  <a:cubicBezTo>
                    <a:pt x="90044" y="406273"/>
                    <a:pt x="95378" y="411226"/>
                    <a:pt x="101092" y="415798"/>
                  </a:cubicBezTo>
                  <a:lnTo>
                    <a:pt x="94997" y="423164"/>
                  </a:lnTo>
                  <a:lnTo>
                    <a:pt x="101092" y="415798"/>
                  </a:lnTo>
                  <a:cubicBezTo>
                    <a:pt x="106808" y="420498"/>
                    <a:pt x="112650" y="424815"/>
                    <a:pt x="118746" y="428879"/>
                  </a:cubicBezTo>
                  <a:lnTo>
                    <a:pt x="113412" y="436753"/>
                  </a:lnTo>
                  <a:lnTo>
                    <a:pt x="118746" y="428879"/>
                  </a:lnTo>
                  <a:cubicBezTo>
                    <a:pt x="124842" y="432943"/>
                    <a:pt x="131065" y="436753"/>
                    <a:pt x="137542" y="440182"/>
                  </a:cubicBezTo>
                  <a:lnTo>
                    <a:pt x="133097" y="448564"/>
                  </a:lnTo>
                  <a:lnTo>
                    <a:pt x="137542" y="440182"/>
                  </a:lnTo>
                  <a:cubicBezTo>
                    <a:pt x="144019" y="443611"/>
                    <a:pt x="150623" y="446786"/>
                    <a:pt x="157354" y="449581"/>
                  </a:cubicBezTo>
                  <a:lnTo>
                    <a:pt x="153671" y="458343"/>
                  </a:lnTo>
                  <a:lnTo>
                    <a:pt x="157354" y="449581"/>
                  </a:lnTo>
                  <a:cubicBezTo>
                    <a:pt x="164085" y="452374"/>
                    <a:pt x="171070" y="454914"/>
                    <a:pt x="178055" y="456946"/>
                  </a:cubicBezTo>
                  <a:cubicBezTo>
                    <a:pt x="185040" y="459106"/>
                    <a:pt x="192152" y="460884"/>
                    <a:pt x="199391" y="462281"/>
                  </a:cubicBezTo>
                  <a:lnTo>
                    <a:pt x="197486" y="471678"/>
                  </a:lnTo>
                  <a:lnTo>
                    <a:pt x="199391" y="462281"/>
                  </a:lnTo>
                  <a:cubicBezTo>
                    <a:pt x="206630" y="463678"/>
                    <a:pt x="213869" y="464820"/>
                    <a:pt x="221108" y="465456"/>
                  </a:cubicBezTo>
                  <a:lnTo>
                    <a:pt x="220219" y="474981"/>
                  </a:lnTo>
                  <a:lnTo>
                    <a:pt x="221108" y="465456"/>
                  </a:lnTo>
                  <a:cubicBezTo>
                    <a:pt x="228347" y="466217"/>
                    <a:pt x="235713" y="466598"/>
                    <a:pt x="243079" y="466598"/>
                  </a:cubicBezTo>
                  <a:cubicBezTo>
                    <a:pt x="250445" y="466598"/>
                    <a:pt x="257684" y="466217"/>
                    <a:pt x="265050" y="465456"/>
                  </a:cubicBezTo>
                  <a:cubicBezTo>
                    <a:pt x="272289" y="464693"/>
                    <a:pt x="279528" y="463678"/>
                    <a:pt x="286767" y="462281"/>
                  </a:cubicBezTo>
                  <a:lnTo>
                    <a:pt x="288672" y="471678"/>
                  </a:lnTo>
                  <a:lnTo>
                    <a:pt x="286767" y="462281"/>
                  </a:lnTo>
                  <a:cubicBezTo>
                    <a:pt x="294006" y="460884"/>
                    <a:pt x="301118" y="459106"/>
                    <a:pt x="308103" y="456946"/>
                  </a:cubicBezTo>
                  <a:cubicBezTo>
                    <a:pt x="315088" y="454787"/>
                    <a:pt x="321946" y="452374"/>
                    <a:pt x="328804" y="449581"/>
                  </a:cubicBezTo>
                  <a:lnTo>
                    <a:pt x="332487" y="458343"/>
                  </a:lnTo>
                  <a:lnTo>
                    <a:pt x="328804" y="449581"/>
                  </a:lnTo>
                  <a:cubicBezTo>
                    <a:pt x="335535" y="446786"/>
                    <a:pt x="342266" y="443611"/>
                    <a:pt x="348616" y="440182"/>
                  </a:cubicBezTo>
                  <a:lnTo>
                    <a:pt x="353061" y="448564"/>
                  </a:lnTo>
                  <a:lnTo>
                    <a:pt x="348616" y="440182"/>
                  </a:lnTo>
                  <a:cubicBezTo>
                    <a:pt x="355093" y="436753"/>
                    <a:pt x="361316" y="432943"/>
                    <a:pt x="367412" y="428879"/>
                  </a:cubicBezTo>
                  <a:lnTo>
                    <a:pt x="372746" y="436753"/>
                  </a:lnTo>
                  <a:lnTo>
                    <a:pt x="367412" y="428879"/>
                  </a:lnTo>
                  <a:cubicBezTo>
                    <a:pt x="373508" y="424815"/>
                    <a:pt x="379350" y="420498"/>
                    <a:pt x="385065" y="415798"/>
                  </a:cubicBezTo>
                  <a:lnTo>
                    <a:pt x="391034" y="423164"/>
                  </a:lnTo>
                  <a:lnTo>
                    <a:pt x="384938" y="415798"/>
                  </a:lnTo>
                  <a:cubicBezTo>
                    <a:pt x="390653" y="411100"/>
                    <a:pt x="395987" y="406273"/>
                    <a:pt x="401194" y="401067"/>
                  </a:cubicBezTo>
                  <a:lnTo>
                    <a:pt x="407925" y="407798"/>
                  </a:lnTo>
                  <a:lnTo>
                    <a:pt x="401194" y="401067"/>
                  </a:lnTo>
                  <a:cubicBezTo>
                    <a:pt x="406401" y="395859"/>
                    <a:pt x="411354" y="390398"/>
                    <a:pt x="415926" y="384810"/>
                  </a:cubicBezTo>
                  <a:lnTo>
                    <a:pt x="423292" y="390906"/>
                  </a:lnTo>
                  <a:lnTo>
                    <a:pt x="415926" y="384810"/>
                  </a:lnTo>
                  <a:cubicBezTo>
                    <a:pt x="420625" y="379095"/>
                    <a:pt x="424943" y="373253"/>
                    <a:pt x="429007" y="367157"/>
                  </a:cubicBezTo>
                  <a:lnTo>
                    <a:pt x="436881" y="372491"/>
                  </a:lnTo>
                  <a:lnTo>
                    <a:pt x="429007" y="367157"/>
                  </a:lnTo>
                  <a:cubicBezTo>
                    <a:pt x="433071" y="361061"/>
                    <a:pt x="436881" y="354838"/>
                    <a:pt x="440310" y="348361"/>
                  </a:cubicBezTo>
                  <a:cubicBezTo>
                    <a:pt x="443739" y="341884"/>
                    <a:pt x="446914" y="335280"/>
                    <a:pt x="449708" y="328549"/>
                  </a:cubicBezTo>
                  <a:cubicBezTo>
                    <a:pt x="452502" y="321818"/>
                    <a:pt x="455042" y="314833"/>
                    <a:pt x="457074" y="307848"/>
                  </a:cubicBezTo>
                  <a:cubicBezTo>
                    <a:pt x="459233" y="300863"/>
                    <a:pt x="461011" y="293751"/>
                    <a:pt x="462408" y="286512"/>
                  </a:cubicBezTo>
                  <a:lnTo>
                    <a:pt x="471806" y="288417"/>
                  </a:lnTo>
                  <a:lnTo>
                    <a:pt x="462408" y="286512"/>
                  </a:lnTo>
                  <a:cubicBezTo>
                    <a:pt x="463805" y="279273"/>
                    <a:pt x="464948" y="272034"/>
                    <a:pt x="465583" y="264795"/>
                  </a:cubicBezTo>
                  <a:cubicBezTo>
                    <a:pt x="466345" y="257556"/>
                    <a:pt x="466726" y="250190"/>
                    <a:pt x="466726" y="242824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64516" y="4541939"/>
            <a:ext cx="219075" cy="219075"/>
            <a:chOff x="0" y="0"/>
            <a:chExt cx="292100" cy="292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1973" cy="292100"/>
            </a:xfrm>
            <a:custGeom>
              <a:avLst/>
              <a:gdLst/>
              <a:ahLst/>
              <a:cxnLst/>
              <a:rect r="r" b="b" t="t" l="l"/>
              <a:pathLst>
                <a:path h="292100" w="291973">
                  <a:moveTo>
                    <a:pt x="146050" y="0"/>
                  </a:moveTo>
                  <a:cubicBezTo>
                    <a:pt x="126619" y="0"/>
                    <a:pt x="108077" y="3683"/>
                    <a:pt x="90170" y="11049"/>
                  </a:cubicBezTo>
                  <a:cubicBezTo>
                    <a:pt x="72263" y="18415"/>
                    <a:pt x="56515" y="29083"/>
                    <a:pt x="42799" y="42799"/>
                  </a:cubicBezTo>
                  <a:cubicBezTo>
                    <a:pt x="29083" y="56515"/>
                    <a:pt x="18542" y="72263"/>
                    <a:pt x="11049" y="90170"/>
                  </a:cubicBezTo>
                  <a:cubicBezTo>
                    <a:pt x="3556" y="108077"/>
                    <a:pt x="0" y="126619"/>
                    <a:pt x="0" y="146050"/>
                  </a:cubicBezTo>
                  <a:cubicBezTo>
                    <a:pt x="0" y="165481"/>
                    <a:pt x="3683" y="184023"/>
                    <a:pt x="11049" y="201930"/>
                  </a:cubicBezTo>
                  <a:cubicBezTo>
                    <a:pt x="18415" y="219837"/>
                    <a:pt x="28956" y="235585"/>
                    <a:pt x="42672" y="249301"/>
                  </a:cubicBezTo>
                  <a:cubicBezTo>
                    <a:pt x="56388" y="263017"/>
                    <a:pt x="72136" y="273558"/>
                    <a:pt x="90043" y="280924"/>
                  </a:cubicBezTo>
                  <a:cubicBezTo>
                    <a:pt x="107950" y="288290"/>
                    <a:pt x="126619" y="292100"/>
                    <a:pt x="145923" y="292100"/>
                  </a:cubicBezTo>
                  <a:cubicBezTo>
                    <a:pt x="165227" y="292100"/>
                    <a:pt x="183896" y="288417"/>
                    <a:pt x="201803" y="280924"/>
                  </a:cubicBezTo>
                  <a:cubicBezTo>
                    <a:pt x="219710" y="273431"/>
                    <a:pt x="235458" y="263017"/>
                    <a:pt x="249174" y="249301"/>
                  </a:cubicBezTo>
                  <a:cubicBezTo>
                    <a:pt x="262890" y="235585"/>
                    <a:pt x="273431" y="219837"/>
                    <a:pt x="280797" y="201930"/>
                  </a:cubicBezTo>
                  <a:cubicBezTo>
                    <a:pt x="288163" y="184023"/>
                    <a:pt x="291973" y="165354"/>
                    <a:pt x="291973" y="146050"/>
                  </a:cubicBezTo>
                  <a:cubicBezTo>
                    <a:pt x="291973" y="126746"/>
                    <a:pt x="288290" y="108077"/>
                    <a:pt x="280797" y="90170"/>
                  </a:cubicBezTo>
                  <a:cubicBezTo>
                    <a:pt x="273304" y="72263"/>
                    <a:pt x="262890" y="56515"/>
                    <a:pt x="249174" y="42799"/>
                  </a:cubicBezTo>
                  <a:cubicBezTo>
                    <a:pt x="235458" y="29083"/>
                    <a:pt x="219837" y="18542"/>
                    <a:pt x="201930" y="11049"/>
                  </a:cubicBezTo>
                  <a:cubicBezTo>
                    <a:pt x="184023" y="3556"/>
                    <a:pt x="165354" y="0"/>
                    <a:pt x="146050" y="0"/>
                  </a:cubicBezTo>
                  <a:close/>
                </a:path>
              </a:pathLst>
            </a:custGeom>
            <a:blipFill>
              <a:blip r:embed="rId6"/>
              <a:stretch>
                <a:fillRect l="-39" t="0" r="-86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229510" y="3614395"/>
            <a:ext cx="1559052" cy="1559062"/>
            <a:chOff x="0" y="0"/>
            <a:chExt cx="1559052" cy="15590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75565" y="75692"/>
              <a:ext cx="1407668" cy="1407542"/>
            </a:xfrm>
            <a:custGeom>
              <a:avLst/>
              <a:gdLst/>
              <a:ahLst/>
              <a:cxnLst/>
              <a:rect r="r" b="b" t="t" l="l"/>
              <a:pathLst>
                <a:path h="1407542" w="1407668">
                  <a:moveTo>
                    <a:pt x="1407668" y="1407542"/>
                  </a:moveTo>
                  <a:cubicBezTo>
                    <a:pt x="1384681" y="1407542"/>
                    <a:pt x="1361567" y="1406907"/>
                    <a:pt x="1338580" y="1405891"/>
                  </a:cubicBezTo>
                  <a:cubicBezTo>
                    <a:pt x="1315593" y="1404875"/>
                    <a:pt x="1292606" y="1403097"/>
                    <a:pt x="1269746" y="1400811"/>
                  </a:cubicBezTo>
                  <a:cubicBezTo>
                    <a:pt x="1246886" y="1398525"/>
                    <a:pt x="1223899" y="1395731"/>
                    <a:pt x="1201166" y="1392302"/>
                  </a:cubicBezTo>
                  <a:cubicBezTo>
                    <a:pt x="1178433" y="1388873"/>
                    <a:pt x="1155700" y="1384936"/>
                    <a:pt x="1133094" y="1380491"/>
                  </a:cubicBezTo>
                  <a:cubicBezTo>
                    <a:pt x="1110488" y="1376046"/>
                    <a:pt x="1088009" y="1370966"/>
                    <a:pt x="1065657" y="1365378"/>
                  </a:cubicBezTo>
                  <a:cubicBezTo>
                    <a:pt x="1043305" y="1359790"/>
                    <a:pt x="1021080" y="1353694"/>
                    <a:pt x="999109" y="1346963"/>
                  </a:cubicBezTo>
                  <a:cubicBezTo>
                    <a:pt x="977138" y="1340231"/>
                    <a:pt x="955167" y="1332992"/>
                    <a:pt x="933450" y="1325245"/>
                  </a:cubicBezTo>
                  <a:cubicBezTo>
                    <a:pt x="911733" y="1317499"/>
                    <a:pt x="890270" y="1309244"/>
                    <a:pt x="868934" y="1300353"/>
                  </a:cubicBezTo>
                  <a:cubicBezTo>
                    <a:pt x="847598" y="1291464"/>
                    <a:pt x="826643" y="1282192"/>
                    <a:pt x="805815" y="1272414"/>
                  </a:cubicBezTo>
                  <a:cubicBezTo>
                    <a:pt x="784987" y="1262634"/>
                    <a:pt x="764413" y="1252220"/>
                    <a:pt x="744093" y="1241425"/>
                  </a:cubicBezTo>
                  <a:cubicBezTo>
                    <a:pt x="723773" y="1230630"/>
                    <a:pt x="703707" y="1219200"/>
                    <a:pt x="684022" y="1207389"/>
                  </a:cubicBezTo>
                  <a:cubicBezTo>
                    <a:pt x="664337" y="1195578"/>
                    <a:pt x="644779" y="1183259"/>
                    <a:pt x="625602" y="1170433"/>
                  </a:cubicBezTo>
                  <a:cubicBezTo>
                    <a:pt x="606425" y="1157605"/>
                    <a:pt x="587629" y="1144397"/>
                    <a:pt x="569087" y="1130681"/>
                  </a:cubicBezTo>
                  <a:cubicBezTo>
                    <a:pt x="550545" y="1116966"/>
                    <a:pt x="532384" y="1102741"/>
                    <a:pt x="514604" y="1088136"/>
                  </a:cubicBezTo>
                  <a:cubicBezTo>
                    <a:pt x="496824" y="1073531"/>
                    <a:pt x="479425" y="1058545"/>
                    <a:pt x="462280" y="1043051"/>
                  </a:cubicBezTo>
                  <a:cubicBezTo>
                    <a:pt x="445135" y="1027557"/>
                    <a:pt x="428498" y="1011682"/>
                    <a:pt x="412242" y="995426"/>
                  </a:cubicBezTo>
                  <a:cubicBezTo>
                    <a:pt x="395986" y="979170"/>
                    <a:pt x="380111" y="962406"/>
                    <a:pt x="364617" y="945388"/>
                  </a:cubicBezTo>
                  <a:cubicBezTo>
                    <a:pt x="349123" y="928370"/>
                    <a:pt x="334137" y="910844"/>
                    <a:pt x="319532" y="893064"/>
                  </a:cubicBezTo>
                  <a:cubicBezTo>
                    <a:pt x="304927" y="875284"/>
                    <a:pt x="290703" y="857123"/>
                    <a:pt x="276987" y="838581"/>
                  </a:cubicBezTo>
                  <a:cubicBezTo>
                    <a:pt x="263271" y="820039"/>
                    <a:pt x="250063" y="801243"/>
                    <a:pt x="237236" y="782066"/>
                  </a:cubicBezTo>
                  <a:cubicBezTo>
                    <a:pt x="224409" y="762889"/>
                    <a:pt x="212090" y="743458"/>
                    <a:pt x="200279" y="723646"/>
                  </a:cubicBezTo>
                  <a:cubicBezTo>
                    <a:pt x="188468" y="703834"/>
                    <a:pt x="177038" y="683895"/>
                    <a:pt x="166243" y="663575"/>
                  </a:cubicBezTo>
                  <a:cubicBezTo>
                    <a:pt x="155448" y="643255"/>
                    <a:pt x="145034" y="622681"/>
                    <a:pt x="135128" y="601853"/>
                  </a:cubicBezTo>
                  <a:cubicBezTo>
                    <a:pt x="125222" y="581025"/>
                    <a:pt x="115951" y="559943"/>
                    <a:pt x="107188" y="538734"/>
                  </a:cubicBezTo>
                  <a:cubicBezTo>
                    <a:pt x="98425" y="517525"/>
                    <a:pt x="90043" y="495935"/>
                    <a:pt x="82296" y="474218"/>
                  </a:cubicBezTo>
                  <a:cubicBezTo>
                    <a:pt x="74549" y="452501"/>
                    <a:pt x="67310" y="430657"/>
                    <a:pt x="60579" y="408686"/>
                  </a:cubicBezTo>
                  <a:cubicBezTo>
                    <a:pt x="53848" y="386715"/>
                    <a:pt x="47752" y="364490"/>
                    <a:pt x="42164" y="342138"/>
                  </a:cubicBezTo>
                  <a:cubicBezTo>
                    <a:pt x="36576" y="319786"/>
                    <a:pt x="31496" y="297307"/>
                    <a:pt x="27051" y="274701"/>
                  </a:cubicBezTo>
                  <a:cubicBezTo>
                    <a:pt x="22606" y="252095"/>
                    <a:pt x="18669" y="229362"/>
                    <a:pt x="15240" y="206629"/>
                  </a:cubicBezTo>
                  <a:cubicBezTo>
                    <a:pt x="11811" y="183896"/>
                    <a:pt x="9017" y="161036"/>
                    <a:pt x="6731" y="138049"/>
                  </a:cubicBezTo>
                  <a:cubicBezTo>
                    <a:pt x="4445" y="115062"/>
                    <a:pt x="2794" y="92202"/>
                    <a:pt x="1651" y="69088"/>
                  </a:cubicBezTo>
                  <a:cubicBezTo>
                    <a:pt x="508" y="45974"/>
                    <a:pt x="0" y="23114"/>
                    <a:pt x="0" y="0"/>
                  </a:cubicBezTo>
                  <a:lnTo>
                    <a:pt x="105537" y="0"/>
                  </a:lnTo>
                  <a:cubicBezTo>
                    <a:pt x="105537" y="21336"/>
                    <a:pt x="106045" y="42672"/>
                    <a:pt x="107061" y="63881"/>
                  </a:cubicBezTo>
                  <a:cubicBezTo>
                    <a:pt x="108077" y="85090"/>
                    <a:pt x="109728" y="106426"/>
                    <a:pt x="111760" y="127635"/>
                  </a:cubicBezTo>
                  <a:cubicBezTo>
                    <a:pt x="113792" y="148844"/>
                    <a:pt x="116459" y="169926"/>
                    <a:pt x="119634" y="191008"/>
                  </a:cubicBezTo>
                  <a:cubicBezTo>
                    <a:pt x="122809" y="212090"/>
                    <a:pt x="126365" y="233045"/>
                    <a:pt x="130556" y="254000"/>
                  </a:cubicBezTo>
                  <a:cubicBezTo>
                    <a:pt x="134747" y="274955"/>
                    <a:pt x="139319" y="295656"/>
                    <a:pt x="144526" y="316357"/>
                  </a:cubicBezTo>
                  <a:cubicBezTo>
                    <a:pt x="149733" y="337058"/>
                    <a:pt x="155321" y="357505"/>
                    <a:pt x="161544" y="377952"/>
                  </a:cubicBezTo>
                  <a:cubicBezTo>
                    <a:pt x="167767" y="398399"/>
                    <a:pt x="174371" y="418592"/>
                    <a:pt x="181610" y="438658"/>
                  </a:cubicBezTo>
                  <a:cubicBezTo>
                    <a:pt x="188849" y="458724"/>
                    <a:pt x="196469" y="478536"/>
                    <a:pt x="204597" y="498221"/>
                  </a:cubicBezTo>
                  <a:cubicBezTo>
                    <a:pt x="212725" y="517906"/>
                    <a:pt x="221361" y="537337"/>
                    <a:pt x="230505" y="556641"/>
                  </a:cubicBezTo>
                  <a:cubicBezTo>
                    <a:pt x="239649" y="575945"/>
                    <a:pt x="249174" y="594868"/>
                    <a:pt x="259207" y="613664"/>
                  </a:cubicBezTo>
                  <a:cubicBezTo>
                    <a:pt x="269240" y="632460"/>
                    <a:pt x="279781" y="651002"/>
                    <a:pt x="290703" y="669290"/>
                  </a:cubicBezTo>
                  <a:cubicBezTo>
                    <a:pt x="301625" y="687578"/>
                    <a:pt x="313055" y="705612"/>
                    <a:pt x="324866" y="723265"/>
                  </a:cubicBezTo>
                  <a:cubicBezTo>
                    <a:pt x="336677" y="740918"/>
                    <a:pt x="348996" y="758444"/>
                    <a:pt x="361696" y="775462"/>
                  </a:cubicBezTo>
                  <a:cubicBezTo>
                    <a:pt x="374396" y="792480"/>
                    <a:pt x="387477" y="809371"/>
                    <a:pt x="401066" y="825881"/>
                  </a:cubicBezTo>
                  <a:cubicBezTo>
                    <a:pt x="414655" y="842391"/>
                    <a:pt x="428498" y="858520"/>
                    <a:pt x="442849" y="874268"/>
                  </a:cubicBezTo>
                  <a:cubicBezTo>
                    <a:pt x="457200" y="890016"/>
                    <a:pt x="471805" y="905510"/>
                    <a:pt x="486918" y="920496"/>
                  </a:cubicBezTo>
                  <a:cubicBezTo>
                    <a:pt x="502031" y="935482"/>
                    <a:pt x="517398" y="950214"/>
                    <a:pt x="533146" y="964565"/>
                  </a:cubicBezTo>
                  <a:cubicBezTo>
                    <a:pt x="548894" y="978916"/>
                    <a:pt x="565023" y="992759"/>
                    <a:pt x="581533" y="1006348"/>
                  </a:cubicBezTo>
                  <a:cubicBezTo>
                    <a:pt x="598043" y="1019937"/>
                    <a:pt x="614807" y="1033018"/>
                    <a:pt x="631952" y="1045718"/>
                  </a:cubicBezTo>
                  <a:cubicBezTo>
                    <a:pt x="649097" y="1058418"/>
                    <a:pt x="666496" y="1070610"/>
                    <a:pt x="684149" y="1082548"/>
                  </a:cubicBezTo>
                  <a:cubicBezTo>
                    <a:pt x="701802" y="1094486"/>
                    <a:pt x="719836" y="1105789"/>
                    <a:pt x="738124" y="1116711"/>
                  </a:cubicBezTo>
                  <a:cubicBezTo>
                    <a:pt x="756412" y="1127633"/>
                    <a:pt x="774954" y="1138175"/>
                    <a:pt x="793750" y="1148208"/>
                  </a:cubicBezTo>
                  <a:cubicBezTo>
                    <a:pt x="812546" y="1158241"/>
                    <a:pt x="831596" y="1167766"/>
                    <a:pt x="850773" y="1176910"/>
                  </a:cubicBezTo>
                  <a:cubicBezTo>
                    <a:pt x="869950" y="1186053"/>
                    <a:pt x="889508" y="1194689"/>
                    <a:pt x="909193" y="1202818"/>
                  </a:cubicBezTo>
                  <a:cubicBezTo>
                    <a:pt x="928878" y="1210946"/>
                    <a:pt x="948690" y="1218693"/>
                    <a:pt x="968756" y="1225805"/>
                  </a:cubicBezTo>
                  <a:cubicBezTo>
                    <a:pt x="988822" y="1232916"/>
                    <a:pt x="1009015" y="1239647"/>
                    <a:pt x="1029462" y="1245871"/>
                  </a:cubicBezTo>
                  <a:cubicBezTo>
                    <a:pt x="1049909" y="1252094"/>
                    <a:pt x="1070356" y="1257682"/>
                    <a:pt x="1091057" y="1262889"/>
                  </a:cubicBezTo>
                  <a:cubicBezTo>
                    <a:pt x="1111758" y="1268096"/>
                    <a:pt x="1132459" y="1272794"/>
                    <a:pt x="1153414" y="1276858"/>
                  </a:cubicBezTo>
                  <a:cubicBezTo>
                    <a:pt x="1174369" y="1280922"/>
                    <a:pt x="1195324" y="1284605"/>
                    <a:pt x="1216406" y="1287780"/>
                  </a:cubicBezTo>
                  <a:cubicBezTo>
                    <a:pt x="1237488" y="1290955"/>
                    <a:pt x="1258697" y="1293496"/>
                    <a:pt x="1279779" y="1295655"/>
                  </a:cubicBezTo>
                  <a:cubicBezTo>
                    <a:pt x="1300861" y="1297814"/>
                    <a:pt x="1322197" y="1299338"/>
                    <a:pt x="1343533" y="1300353"/>
                  </a:cubicBezTo>
                  <a:cubicBezTo>
                    <a:pt x="1364869" y="1301369"/>
                    <a:pt x="1386078" y="1301877"/>
                    <a:pt x="1407414" y="1301877"/>
                  </a:cubicBezTo>
                  <a:lnTo>
                    <a:pt x="1407414" y="1407415"/>
                  </a:ln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1432052" cy="1432053"/>
            </a:xfrm>
            <a:custGeom>
              <a:avLst/>
              <a:gdLst/>
              <a:ahLst/>
              <a:cxnLst/>
              <a:rect r="r" b="b" t="t" l="l"/>
              <a:pathLst>
                <a:path h="1432053" w="1432052">
                  <a:moveTo>
                    <a:pt x="1419733" y="1432053"/>
                  </a:moveTo>
                  <a:cubicBezTo>
                    <a:pt x="1396492" y="1432053"/>
                    <a:pt x="1373251" y="1431418"/>
                    <a:pt x="1350010" y="1430275"/>
                  </a:cubicBezTo>
                  <a:cubicBezTo>
                    <a:pt x="1326769" y="1429132"/>
                    <a:pt x="1303655" y="1427481"/>
                    <a:pt x="1280541" y="1425195"/>
                  </a:cubicBezTo>
                  <a:cubicBezTo>
                    <a:pt x="1257427" y="1422909"/>
                    <a:pt x="1234313" y="1420115"/>
                    <a:pt x="1211453" y="1416686"/>
                  </a:cubicBezTo>
                  <a:cubicBezTo>
                    <a:pt x="1188466" y="1413257"/>
                    <a:pt x="1165606" y="1409320"/>
                    <a:pt x="1142746" y="1404748"/>
                  </a:cubicBezTo>
                  <a:lnTo>
                    <a:pt x="1145159" y="1392683"/>
                  </a:lnTo>
                  <a:lnTo>
                    <a:pt x="1142746" y="1404748"/>
                  </a:lnTo>
                  <a:cubicBezTo>
                    <a:pt x="1120013" y="1400176"/>
                    <a:pt x="1097280" y="1395096"/>
                    <a:pt x="1074801" y="1389508"/>
                  </a:cubicBezTo>
                  <a:lnTo>
                    <a:pt x="1077849" y="1377570"/>
                  </a:lnTo>
                  <a:lnTo>
                    <a:pt x="1074801" y="1389508"/>
                  </a:lnTo>
                  <a:cubicBezTo>
                    <a:pt x="1052322" y="1383920"/>
                    <a:pt x="1029843" y="1377697"/>
                    <a:pt x="1007618" y="1370966"/>
                  </a:cubicBezTo>
                  <a:lnTo>
                    <a:pt x="1011174" y="1359155"/>
                  </a:lnTo>
                  <a:lnTo>
                    <a:pt x="1007618" y="1370966"/>
                  </a:lnTo>
                  <a:cubicBezTo>
                    <a:pt x="985393" y="1364235"/>
                    <a:pt x="963295" y="1356996"/>
                    <a:pt x="941451" y="1349122"/>
                  </a:cubicBezTo>
                  <a:lnTo>
                    <a:pt x="945642" y="1337564"/>
                  </a:lnTo>
                  <a:lnTo>
                    <a:pt x="941451" y="1349122"/>
                  </a:lnTo>
                  <a:cubicBezTo>
                    <a:pt x="919607" y="1341247"/>
                    <a:pt x="897890" y="1332866"/>
                    <a:pt x="876427" y="1323975"/>
                  </a:cubicBezTo>
                  <a:lnTo>
                    <a:pt x="881126" y="1312672"/>
                  </a:lnTo>
                  <a:lnTo>
                    <a:pt x="876427" y="1323975"/>
                  </a:lnTo>
                  <a:cubicBezTo>
                    <a:pt x="854964" y="1315086"/>
                    <a:pt x="833755" y="1305688"/>
                    <a:pt x="812673" y="1295781"/>
                  </a:cubicBezTo>
                  <a:lnTo>
                    <a:pt x="817880" y="1284733"/>
                  </a:lnTo>
                  <a:lnTo>
                    <a:pt x="812673" y="1295781"/>
                  </a:lnTo>
                  <a:cubicBezTo>
                    <a:pt x="791718" y="1285875"/>
                    <a:pt x="770890" y="1275461"/>
                    <a:pt x="750443" y="1264413"/>
                  </a:cubicBezTo>
                  <a:cubicBezTo>
                    <a:pt x="729996" y="1253491"/>
                    <a:pt x="709803" y="1242061"/>
                    <a:pt x="689864" y="1229995"/>
                  </a:cubicBezTo>
                  <a:lnTo>
                    <a:pt x="696214" y="1219455"/>
                  </a:lnTo>
                  <a:lnTo>
                    <a:pt x="689864" y="1229995"/>
                  </a:lnTo>
                  <a:cubicBezTo>
                    <a:pt x="669925" y="1218058"/>
                    <a:pt x="650367" y="1205611"/>
                    <a:pt x="630936" y="1192658"/>
                  </a:cubicBezTo>
                  <a:lnTo>
                    <a:pt x="637794" y="1182497"/>
                  </a:lnTo>
                  <a:lnTo>
                    <a:pt x="630936" y="1192658"/>
                  </a:lnTo>
                  <a:cubicBezTo>
                    <a:pt x="611632" y="1179703"/>
                    <a:pt x="592582" y="1166369"/>
                    <a:pt x="573913" y="1152525"/>
                  </a:cubicBezTo>
                  <a:lnTo>
                    <a:pt x="581279" y="1142619"/>
                  </a:lnTo>
                  <a:lnTo>
                    <a:pt x="573913" y="1152525"/>
                  </a:lnTo>
                  <a:cubicBezTo>
                    <a:pt x="555244" y="1138683"/>
                    <a:pt x="536956" y="1124331"/>
                    <a:pt x="518922" y="1109599"/>
                  </a:cubicBezTo>
                  <a:lnTo>
                    <a:pt x="526669" y="1100074"/>
                  </a:lnTo>
                  <a:lnTo>
                    <a:pt x="518922" y="1109599"/>
                  </a:lnTo>
                  <a:cubicBezTo>
                    <a:pt x="501015" y="1094867"/>
                    <a:pt x="483362" y="1079627"/>
                    <a:pt x="466217" y="1064133"/>
                  </a:cubicBezTo>
                  <a:cubicBezTo>
                    <a:pt x="448945" y="1048512"/>
                    <a:pt x="432181" y="1032510"/>
                    <a:pt x="415798" y="1016127"/>
                  </a:cubicBezTo>
                  <a:lnTo>
                    <a:pt x="424434" y="1007491"/>
                  </a:lnTo>
                  <a:lnTo>
                    <a:pt x="415798" y="1016127"/>
                  </a:lnTo>
                  <a:cubicBezTo>
                    <a:pt x="399415" y="999744"/>
                    <a:pt x="383286" y="982853"/>
                    <a:pt x="367792" y="965708"/>
                  </a:cubicBezTo>
                  <a:lnTo>
                    <a:pt x="376936" y="957453"/>
                  </a:lnTo>
                  <a:lnTo>
                    <a:pt x="367792" y="965708"/>
                  </a:lnTo>
                  <a:cubicBezTo>
                    <a:pt x="352171" y="948436"/>
                    <a:pt x="337058" y="930910"/>
                    <a:pt x="322326" y="913003"/>
                  </a:cubicBezTo>
                  <a:lnTo>
                    <a:pt x="331851" y="905256"/>
                  </a:lnTo>
                  <a:lnTo>
                    <a:pt x="322326" y="913003"/>
                  </a:lnTo>
                  <a:cubicBezTo>
                    <a:pt x="307594" y="895096"/>
                    <a:pt x="293243" y="876681"/>
                    <a:pt x="279400" y="858012"/>
                  </a:cubicBezTo>
                  <a:cubicBezTo>
                    <a:pt x="265557" y="839343"/>
                    <a:pt x="252222" y="820420"/>
                    <a:pt x="239268" y="800989"/>
                  </a:cubicBezTo>
                  <a:cubicBezTo>
                    <a:pt x="226314" y="781685"/>
                    <a:pt x="213995" y="762000"/>
                    <a:pt x="201930" y="742061"/>
                  </a:cubicBezTo>
                  <a:cubicBezTo>
                    <a:pt x="189992" y="722122"/>
                    <a:pt x="178562" y="701929"/>
                    <a:pt x="167640" y="681482"/>
                  </a:cubicBezTo>
                  <a:lnTo>
                    <a:pt x="178435" y="675640"/>
                  </a:lnTo>
                  <a:lnTo>
                    <a:pt x="167640" y="681482"/>
                  </a:lnTo>
                  <a:cubicBezTo>
                    <a:pt x="156718" y="661035"/>
                    <a:pt x="146304" y="640207"/>
                    <a:pt x="136271" y="619252"/>
                  </a:cubicBezTo>
                  <a:cubicBezTo>
                    <a:pt x="126365" y="598297"/>
                    <a:pt x="116967" y="576961"/>
                    <a:pt x="108077" y="555498"/>
                  </a:cubicBezTo>
                  <a:cubicBezTo>
                    <a:pt x="99187" y="534035"/>
                    <a:pt x="90805" y="512318"/>
                    <a:pt x="82931" y="490474"/>
                  </a:cubicBezTo>
                  <a:cubicBezTo>
                    <a:pt x="75057" y="468630"/>
                    <a:pt x="67818" y="446532"/>
                    <a:pt x="61087" y="424307"/>
                  </a:cubicBezTo>
                  <a:cubicBezTo>
                    <a:pt x="54356" y="402082"/>
                    <a:pt x="48133" y="379730"/>
                    <a:pt x="42545" y="357124"/>
                  </a:cubicBezTo>
                  <a:lnTo>
                    <a:pt x="54483" y="354076"/>
                  </a:lnTo>
                  <a:lnTo>
                    <a:pt x="42545" y="357124"/>
                  </a:lnTo>
                  <a:cubicBezTo>
                    <a:pt x="36957" y="334645"/>
                    <a:pt x="31750" y="311912"/>
                    <a:pt x="27305" y="289179"/>
                  </a:cubicBezTo>
                  <a:cubicBezTo>
                    <a:pt x="22733" y="266446"/>
                    <a:pt x="18796" y="243459"/>
                    <a:pt x="15367" y="220472"/>
                  </a:cubicBezTo>
                  <a:lnTo>
                    <a:pt x="27559" y="218694"/>
                  </a:lnTo>
                  <a:lnTo>
                    <a:pt x="15367" y="220472"/>
                  </a:lnTo>
                  <a:cubicBezTo>
                    <a:pt x="11938" y="197485"/>
                    <a:pt x="9144" y="174371"/>
                    <a:pt x="6858" y="151257"/>
                  </a:cubicBezTo>
                  <a:lnTo>
                    <a:pt x="19050" y="150114"/>
                  </a:lnTo>
                  <a:lnTo>
                    <a:pt x="6858" y="151384"/>
                  </a:lnTo>
                  <a:cubicBezTo>
                    <a:pt x="4572" y="128270"/>
                    <a:pt x="2921" y="105156"/>
                    <a:pt x="1778" y="81915"/>
                  </a:cubicBezTo>
                  <a:lnTo>
                    <a:pt x="14097" y="81280"/>
                  </a:lnTo>
                  <a:lnTo>
                    <a:pt x="1778" y="81915"/>
                  </a:lnTo>
                  <a:cubicBezTo>
                    <a:pt x="635" y="58801"/>
                    <a:pt x="0" y="35560"/>
                    <a:pt x="0" y="12319"/>
                  </a:cubicBezTo>
                  <a:cubicBezTo>
                    <a:pt x="0" y="5588"/>
                    <a:pt x="5461" y="0"/>
                    <a:pt x="12319" y="0"/>
                  </a:cubicBezTo>
                  <a:lnTo>
                    <a:pt x="117856" y="0"/>
                  </a:lnTo>
                  <a:cubicBezTo>
                    <a:pt x="124587" y="0"/>
                    <a:pt x="130175" y="5461"/>
                    <a:pt x="130175" y="12319"/>
                  </a:cubicBezTo>
                  <a:cubicBezTo>
                    <a:pt x="130175" y="33401"/>
                    <a:pt x="130683" y="54483"/>
                    <a:pt x="131699" y="75565"/>
                  </a:cubicBezTo>
                  <a:lnTo>
                    <a:pt x="119380" y="76200"/>
                  </a:lnTo>
                  <a:lnTo>
                    <a:pt x="131699" y="75565"/>
                  </a:lnTo>
                  <a:cubicBezTo>
                    <a:pt x="132715" y="96647"/>
                    <a:pt x="134239" y="117729"/>
                    <a:pt x="136398" y="138684"/>
                  </a:cubicBezTo>
                  <a:lnTo>
                    <a:pt x="124206" y="139827"/>
                  </a:lnTo>
                  <a:lnTo>
                    <a:pt x="136398" y="138557"/>
                  </a:lnTo>
                  <a:cubicBezTo>
                    <a:pt x="138430" y="159512"/>
                    <a:pt x="141097" y="180467"/>
                    <a:pt x="144145" y="201422"/>
                  </a:cubicBezTo>
                  <a:lnTo>
                    <a:pt x="131953" y="203200"/>
                  </a:lnTo>
                  <a:lnTo>
                    <a:pt x="144145" y="201422"/>
                  </a:lnTo>
                  <a:cubicBezTo>
                    <a:pt x="147193" y="222250"/>
                    <a:pt x="150876" y="243078"/>
                    <a:pt x="154940" y="263779"/>
                  </a:cubicBezTo>
                  <a:cubicBezTo>
                    <a:pt x="159004" y="284480"/>
                    <a:pt x="163703" y="305054"/>
                    <a:pt x="168783" y="325501"/>
                  </a:cubicBezTo>
                  <a:cubicBezTo>
                    <a:pt x="173863" y="345948"/>
                    <a:pt x="179578" y="366268"/>
                    <a:pt x="185674" y="386461"/>
                  </a:cubicBezTo>
                  <a:cubicBezTo>
                    <a:pt x="191770" y="406654"/>
                    <a:pt x="198374" y="426720"/>
                    <a:pt x="205486" y="446532"/>
                  </a:cubicBezTo>
                  <a:lnTo>
                    <a:pt x="193929" y="450723"/>
                  </a:lnTo>
                  <a:lnTo>
                    <a:pt x="205486" y="446532"/>
                  </a:lnTo>
                  <a:cubicBezTo>
                    <a:pt x="212598" y="466471"/>
                    <a:pt x="220218" y="486156"/>
                    <a:pt x="228219" y="505587"/>
                  </a:cubicBezTo>
                  <a:lnTo>
                    <a:pt x="216916" y="510286"/>
                  </a:lnTo>
                  <a:lnTo>
                    <a:pt x="228219" y="505587"/>
                  </a:lnTo>
                  <a:cubicBezTo>
                    <a:pt x="236347" y="525145"/>
                    <a:pt x="244856" y="544322"/>
                    <a:pt x="253873" y="563499"/>
                  </a:cubicBezTo>
                  <a:lnTo>
                    <a:pt x="242697" y="568706"/>
                  </a:lnTo>
                  <a:lnTo>
                    <a:pt x="253873" y="563499"/>
                  </a:lnTo>
                  <a:cubicBezTo>
                    <a:pt x="262890" y="582549"/>
                    <a:pt x="272415" y="601472"/>
                    <a:pt x="282321" y="620014"/>
                  </a:cubicBezTo>
                  <a:lnTo>
                    <a:pt x="271526" y="625856"/>
                  </a:lnTo>
                  <a:lnTo>
                    <a:pt x="282321" y="620014"/>
                  </a:lnTo>
                  <a:cubicBezTo>
                    <a:pt x="292227" y="638683"/>
                    <a:pt x="302641" y="656971"/>
                    <a:pt x="313563" y="675132"/>
                  </a:cubicBezTo>
                  <a:lnTo>
                    <a:pt x="303022" y="681482"/>
                  </a:lnTo>
                  <a:lnTo>
                    <a:pt x="313563" y="675132"/>
                  </a:lnTo>
                  <a:cubicBezTo>
                    <a:pt x="324358" y="693293"/>
                    <a:pt x="335661" y="711073"/>
                    <a:pt x="347472" y="728599"/>
                  </a:cubicBezTo>
                  <a:lnTo>
                    <a:pt x="337312" y="735457"/>
                  </a:lnTo>
                  <a:lnTo>
                    <a:pt x="347472" y="728599"/>
                  </a:lnTo>
                  <a:cubicBezTo>
                    <a:pt x="359156" y="746125"/>
                    <a:pt x="371348" y="763397"/>
                    <a:pt x="383921" y="780415"/>
                  </a:cubicBezTo>
                  <a:cubicBezTo>
                    <a:pt x="396494" y="797306"/>
                    <a:pt x="409448" y="813943"/>
                    <a:pt x="422910" y="830326"/>
                  </a:cubicBezTo>
                  <a:cubicBezTo>
                    <a:pt x="436245" y="846582"/>
                    <a:pt x="450088" y="862584"/>
                    <a:pt x="464312" y="878205"/>
                  </a:cubicBezTo>
                  <a:cubicBezTo>
                    <a:pt x="478536" y="893826"/>
                    <a:pt x="493014" y="909066"/>
                    <a:pt x="508000" y="924052"/>
                  </a:cubicBezTo>
                  <a:cubicBezTo>
                    <a:pt x="522859" y="939038"/>
                    <a:pt x="538226" y="953516"/>
                    <a:pt x="553847" y="967740"/>
                  </a:cubicBezTo>
                  <a:lnTo>
                    <a:pt x="545592" y="976884"/>
                  </a:lnTo>
                  <a:lnTo>
                    <a:pt x="553847" y="967740"/>
                  </a:lnTo>
                  <a:cubicBezTo>
                    <a:pt x="569468" y="981964"/>
                    <a:pt x="585470" y="995680"/>
                    <a:pt x="601726" y="1009142"/>
                  </a:cubicBezTo>
                  <a:cubicBezTo>
                    <a:pt x="617982" y="1022477"/>
                    <a:pt x="634619" y="1035558"/>
                    <a:pt x="651637" y="1048131"/>
                  </a:cubicBezTo>
                  <a:lnTo>
                    <a:pt x="644271" y="1058037"/>
                  </a:lnTo>
                  <a:lnTo>
                    <a:pt x="651637" y="1048131"/>
                  </a:lnTo>
                  <a:cubicBezTo>
                    <a:pt x="668655" y="1060704"/>
                    <a:pt x="685800" y="1072896"/>
                    <a:pt x="703453" y="1084580"/>
                  </a:cubicBezTo>
                  <a:lnTo>
                    <a:pt x="696595" y="1094740"/>
                  </a:lnTo>
                  <a:lnTo>
                    <a:pt x="703453" y="1084580"/>
                  </a:lnTo>
                  <a:cubicBezTo>
                    <a:pt x="720979" y="1096264"/>
                    <a:pt x="738886" y="1107567"/>
                    <a:pt x="756920" y="1118489"/>
                  </a:cubicBezTo>
                  <a:cubicBezTo>
                    <a:pt x="774954" y="1129284"/>
                    <a:pt x="793369" y="1139698"/>
                    <a:pt x="812038" y="1149731"/>
                  </a:cubicBezTo>
                  <a:lnTo>
                    <a:pt x="806196" y="1160526"/>
                  </a:lnTo>
                  <a:lnTo>
                    <a:pt x="812038" y="1149731"/>
                  </a:lnTo>
                  <a:cubicBezTo>
                    <a:pt x="830707" y="1159637"/>
                    <a:pt x="849503" y="1169162"/>
                    <a:pt x="868553" y="1178179"/>
                  </a:cubicBezTo>
                  <a:cubicBezTo>
                    <a:pt x="887603" y="1187197"/>
                    <a:pt x="906907" y="1195706"/>
                    <a:pt x="926465" y="1203833"/>
                  </a:cubicBezTo>
                  <a:cubicBezTo>
                    <a:pt x="946023" y="1211961"/>
                    <a:pt x="965581" y="1219454"/>
                    <a:pt x="985520" y="1226567"/>
                  </a:cubicBezTo>
                  <a:cubicBezTo>
                    <a:pt x="1005332" y="1233678"/>
                    <a:pt x="1025398" y="1240283"/>
                    <a:pt x="1045591" y="1246378"/>
                  </a:cubicBezTo>
                  <a:lnTo>
                    <a:pt x="1042035" y="1258189"/>
                  </a:lnTo>
                  <a:lnTo>
                    <a:pt x="1045591" y="1246378"/>
                  </a:lnTo>
                  <a:cubicBezTo>
                    <a:pt x="1065784" y="1252475"/>
                    <a:pt x="1086104" y="1258189"/>
                    <a:pt x="1106551" y="1263269"/>
                  </a:cubicBezTo>
                  <a:lnTo>
                    <a:pt x="1103503" y="1275208"/>
                  </a:lnTo>
                  <a:lnTo>
                    <a:pt x="1106424" y="1263269"/>
                  </a:lnTo>
                  <a:cubicBezTo>
                    <a:pt x="1126871" y="1268350"/>
                    <a:pt x="1147445" y="1273048"/>
                    <a:pt x="1168146" y="1277112"/>
                  </a:cubicBezTo>
                  <a:lnTo>
                    <a:pt x="1165733" y="1289178"/>
                  </a:lnTo>
                  <a:lnTo>
                    <a:pt x="1168146" y="1277112"/>
                  </a:lnTo>
                  <a:cubicBezTo>
                    <a:pt x="1188847" y="1281176"/>
                    <a:pt x="1209675" y="1284859"/>
                    <a:pt x="1230503" y="1287908"/>
                  </a:cubicBezTo>
                  <a:lnTo>
                    <a:pt x="1228725" y="1300100"/>
                  </a:lnTo>
                  <a:lnTo>
                    <a:pt x="1230503" y="1287908"/>
                  </a:lnTo>
                  <a:cubicBezTo>
                    <a:pt x="1251331" y="1290956"/>
                    <a:pt x="1272286" y="1293622"/>
                    <a:pt x="1293368" y="1295654"/>
                  </a:cubicBezTo>
                  <a:lnTo>
                    <a:pt x="1292225" y="1307847"/>
                  </a:lnTo>
                  <a:lnTo>
                    <a:pt x="1293368" y="1295654"/>
                  </a:lnTo>
                  <a:cubicBezTo>
                    <a:pt x="1314323" y="1297686"/>
                    <a:pt x="1335405" y="1299337"/>
                    <a:pt x="1356487" y="1300353"/>
                  </a:cubicBezTo>
                  <a:lnTo>
                    <a:pt x="1355852" y="1312672"/>
                  </a:lnTo>
                  <a:lnTo>
                    <a:pt x="1356487" y="1300353"/>
                  </a:lnTo>
                  <a:cubicBezTo>
                    <a:pt x="1377569" y="1301369"/>
                    <a:pt x="1398651" y="1301878"/>
                    <a:pt x="1419733" y="1301878"/>
                  </a:cubicBezTo>
                  <a:cubicBezTo>
                    <a:pt x="1426464" y="1301878"/>
                    <a:pt x="1432052" y="1307339"/>
                    <a:pt x="1432052" y="1314197"/>
                  </a:cubicBezTo>
                  <a:lnTo>
                    <a:pt x="1432052" y="1419734"/>
                  </a:lnTo>
                  <a:cubicBezTo>
                    <a:pt x="1432052" y="1426465"/>
                    <a:pt x="1426591" y="1432053"/>
                    <a:pt x="1419733" y="1432053"/>
                  </a:cubicBezTo>
                  <a:moveTo>
                    <a:pt x="1419733" y="1407415"/>
                  </a:moveTo>
                  <a:lnTo>
                    <a:pt x="1419733" y="1419734"/>
                  </a:lnTo>
                  <a:lnTo>
                    <a:pt x="1407414" y="1419734"/>
                  </a:lnTo>
                  <a:lnTo>
                    <a:pt x="1407414" y="1314197"/>
                  </a:lnTo>
                  <a:lnTo>
                    <a:pt x="1419733" y="1314197"/>
                  </a:lnTo>
                  <a:lnTo>
                    <a:pt x="1419733" y="1326515"/>
                  </a:lnTo>
                  <a:cubicBezTo>
                    <a:pt x="1398270" y="1326515"/>
                    <a:pt x="1376680" y="1326008"/>
                    <a:pt x="1355217" y="1324992"/>
                  </a:cubicBezTo>
                  <a:cubicBezTo>
                    <a:pt x="1333754" y="1323975"/>
                    <a:pt x="1312291" y="1322325"/>
                    <a:pt x="1290828" y="1320292"/>
                  </a:cubicBezTo>
                  <a:cubicBezTo>
                    <a:pt x="1269365" y="1318133"/>
                    <a:pt x="1248029" y="1315593"/>
                    <a:pt x="1226820" y="1312418"/>
                  </a:cubicBezTo>
                  <a:cubicBezTo>
                    <a:pt x="1205611" y="1309243"/>
                    <a:pt x="1184402" y="1305561"/>
                    <a:pt x="1163320" y="1301369"/>
                  </a:cubicBezTo>
                  <a:cubicBezTo>
                    <a:pt x="1142238" y="1297178"/>
                    <a:pt x="1121283" y="1292479"/>
                    <a:pt x="1100328" y="1287272"/>
                  </a:cubicBezTo>
                  <a:cubicBezTo>
                    <a:pt x="1079500" y="1282065"/>
                    <a:pt x="1058799" y="1276350"/>
                    <a:pt x="1038098" y="1270000"/>
                  </a:cubicBezTo>
                  <a:cubicBezTo>
                    <a:pt x="1017524" y="1263778"/>
                    <a:pt x="997077" y="1257047"/>
                    <a:pt x="976884" y="1249808"/>
                  </a:cubicBezTo>
                  <a:lnTo>
                    <a:pt x="981075" y="1238250"/>
                  </a:lnTo>
                  <a:lnTo>
                    <a:pt x="976884" y="1249808"/>
                  </a:lnTo>
                  <a:cubicBezTo>
                    <a:pt x="956564" y="1242568"/>
                    <a:pt x="936625" y="1234822"/>
                    <a:pt x="916686" y="1226567"/>
                  </a:cubicBezTo>
                  <a:lnTo>
                    <a:pt x="921385" y="1215264"/>
                  </a:lnTo>
                  <a:lnTo>
                    <a:pt x="916686" y="1226567"/>
                  </a:lnTo>
                  <a:cubicBezTo>
                    <a:pt x="896874" y="1218311"/>
                    <a:pt x="877189" y="1209675"/>
                    <a:pt x="857758" y="1200404"/>
                  </a:cubicBezTo>
                  <a:lnTo>
                    <a:pt x="862965" y="1189228"/>
                  </a:lnTo>
                  <a:lnTo>
                    <a:pt x="857758" y="1200404"/>
                  </a:lnTo>
                  <a:cubicBezTo>
                    <a:pt x="838327" y="1191261"/>
                    <a:pt x="819150" y="1181608"/>
                    <a:pt x="800100" y="1171448"/>
                  </a:cubicBezTo>
                  <a:cubicBezTo>
                    <a:pt x="781177" y="1161289"/>
                    <a:pt x="762381" y="1150747"/>
                    <a:pt x="743966" y="1139698"/>
                  </a:cubicBezTo>
                  <a:lnTo>
                    <a:pt x="750316" y="1129157"/>
                  </a:lnTo>
                  <a:lnTo>
                    <a:pt x="743966" y="1139698"/>
                  </a:lnTo>
                  <a:cubicBezTo>
                    <a:pt x="725551" y="1128650"/>
                    <a:pt x="707390" y="1117092"/>
                    <a:pt x="689483" y="1105154"/>
                  </a:cubicBezTo>
                  <a:cubicBezTo>
                    <a:pt x="671576" y="1093216"/>
                    <a:pt x="654050" y="1080770"/>
                    <a:pt x="636778" y="1068070"/>
                  </a:cubicBezTo>
                  <a:cubicBezTo>
                    <a:pt x="619506" y="1055243"/>
                    <a:pt x="602615" y="1042035"/>
                    <a:pt x="585978" y="1028319"/>
                  </a:cubicBezTo>
                  <a:lnTo>
                    <a:pt x="593725" y="1018794"/>
                  </a:lnTo>
                  <a:lnTo>
                    <a:pt x="585978" y="1028319"/>
                  </a:lnTo>
                  <a:cubicBezTo>
                    <a:pt x="569341" y="1014730"/>
                    <a:pt x="553085" y="1000633"/>
                    <a:pt x="537083" y="986155"/>
                  </a:cubicBezTo>
                  <a:cubicBezTo>
                    <a:pt x="521208" y="971677"/>
                    <a:pt x="505587" y="956945"/>
                    <a:pt x="490347" y="941705"/>
                  </a:cubicBezTo>
                  <a:lnTo>
                    <a:pt x="498983" y="933069"/>
                  </a:lnTo>
                  <a:lnTo>
                    <a:pt x="490347" y="941705"/>
                  </a:lnTo>
                  <a:cubicBezTo>
                    <a:pt x="475107" y="926465"/>
                    <a:pt x="460248" y="910971"/>
                    <a:pt x="445897" y="894969"/>
                  </a:cubicBezTo>
                  <a:lnTo>
                    <a:pt x="455041" y="886714"/>
                  </a:lnTo>
                  <a:lnTo>
                    <a:pt x="445897" y="894969"/>
                  </a:lnTo>
                  <a:cubicBezTo>
                    <a:pt x="431419" y="879094"/>
                    <a:pt x="417449" y="862711"/>
                    <a:pt x="403733" y="846074"/>
                  </a:cubicBezTo>
                  <a:lnTo>
                    <a:pt x="413258" y="838327"/>
                  </a:lnTo>
                  <a:lnTo>
                    <a:pt x="403733" y="846074"/>
                  </a:lnTo>
                  <a:cubicBezTo>
                    <a:pt x="390144" y="829437"/>
                    <a:pt x="376809" y="812546"/>
                    <a:pt x="364109" y="795274"/>
                  </a:cubicBezTo>
                  <a:lnTo>
                    <a:pt x="374015" y="787908"/>
                  </a:lnTo>
                  <a:lnTo>
                    <a:pt x="364109" y="795274"/>
                  </a:lnTo>
                  <a:cubicBezTo>
                    <a:pt x="351282" y="778002"/>
                    <a:pt x="338963" y="760476"/>
                    <a:pt x="326898" y="742569"/>
                  </a:cubicBezTo>
                  <a:cubicBezTo>
                    <a:pt x="314960" y="724662"/>
                    <a:pt x="303403" y="706501"/>
                    <a:pt x="292354" y="688086"/>
                  </a:cubicBezTo>
                  <a:cubicBezTo>
                    <a:pt x="281305" y="669671"/>
                    <a:pt x="270764" y="650875"/>
                    <a:pt x="260604" y="631952"/>
                  </a:cubicBezTo>
                  <a:cubicBezTo>
                    <a:pt x="250444" y="613029"/>
                    <a:pt x="240792" y="593725"/>
                    <a:pt x="231648" y="574294"/>
                  </a:cubicBezTo>
                  <a:cubicBezTo>
                    <a:pt x="222504" y="554863"/>
                    <a:pt x="213741" y="535178"/>
                    <a:pt x="205486" y="515366"/>
                  </a:cubicBezTo>
                  <a:cubicBezTo>
                    <a:pt x="197231" y="495554"/>
                    <a:pt x="189484" y="475488"/>
                    <a:pt x="182245" y="455168"/>
                  </a:cubicBezTo>
                  <a:cubicBezTo>
                    <a:pt x="175006" y="434975"/>
                    <a:pt x="168275" y="414528"/>
                    <a:pt x="162052" y="393954"/>
                  </a:cubicBezTo>
                  <a:lnTo>
                    <a:pt x="173863" y="390398"/>
                  </a:lnTo>
                  <a:lnTo>
                    <a:pt x="162052" y="393954"/>
                  </a:lnTo>
                  <a:cubicBezTo>
                    <a:pt x="155829" y="373380"/>
                    <a:pt x="150114" y="352679"/>
                    <a:pt x="144907" y="331724"/>
                  </a:cubicBezTo>
                  <a:lnTo>
                    <a:pt x="156845" y="328803"/>
                  </a:lnTo>
                  <a:lnTo>
                    <a:pt x="144907" y="331851"/>
                  </a:lnTo>
                  <a:cubicBezTo>
                    <a:pt x="139700" y="311023"/>
                    <a:pt x="135001" y="290068"/>
                    <a:pt x="130810" y="268986"/>
                  </a:cubicBezTo>
                  <a:lnTo>
                    <a:pt x="142875" y="266573"/>
                  </a:lnTo>
                  <a:lnTo>
                    <a:pt x="130810" y="268986"/>
                  </a:lnTo>
                  <a:cubicBezTo>
                    <a:pt x="126619" y="247904"/>
                    <a:pt x="122936" y="226695"/>
                    <a:pt x="119761" y="205486"/>
                  </a:cubicBezTo>
                  <a:cubicBezTo>
                    <a:pt x="116586" y="184150"/>
                    <a:pt x="113919" y="162814"/>
                    <a:pt x="111887" y="141478"/>
                  </a:cubicBezTo>
                  <a:cubicBezTo>
                    <a:pt x="109728" y="120015"/>
                    <a:pt x="108204" y="98679"/>
                    <a:pt x="107188" y="77216"/>
                  </a:cubicBezTo>
                  <a:cubicBezTo>
                    <a:pt x="106172" y="55753"/>
                    <a:pt x="105664" y="34290"/>
                    <a:pt x="105664" y="12700"/>
                  </a:cubicBezTo>
                  <a:lnTo>
                    <a:pt x="117983" y="12700"/>
                  </a:lnTo>
                  <a:lnTo>
                    <a:pt x="117983" y="25019"/>
                  </a:lnTo>
                  <a:lnTo>
                    <a:pt x="12319" y="25019"/>
                  </a:lnTo>
                  <a:lnTo>
                    <a:pt x="12319" y="12319"/>
                  </a:lnTo>
                  <a:lnTo>
                    <a:pt x="24638" y="12319"/>
                  </a:lnTo>
                  <a:cubicBezTo>
                    <a:pt x="24638" y="35179"/>
                    <a:pt x="25146" y="57912"/>
                    <a:pt x="26289" y="80772"/>
                  </a:cubicBezTo>
                  <a:cubicBezTo>
                    <a:pt x="27432" y="103632"/>
                    <a:pt x="29083" y="126365"/>
                    <a:pt x="31369" y="149098"/>
                  </a:cubicBezTo>
                  <a:cubicBezTo>
                    <a:pt x="33655" y="171831"/>
                    <a:pt x="36449" y="194437"/>
                    <a:pt x="39751" y="217043"/>
                  </a:cubicBezTo>
                  <a:cubicBezTo>
                    <a:pt x="43053" y="239649"/>
                    <a:pt x="46990" y="262128"/>
                    <a:pt x="51435" y="284480"/>
                  </a:cubicBezTo>
                  <a:lnTo>
                    <a:pt x="39370" y="286893"/>
                  </a:lnTo>
                  <a:lnTo>
                    <a:pt x="51435" y="284480"/>
                  </a:lnTo>
                  <a:cubicBezTo>
                    <a:pt x="55880" y="306832"/>
                    <a:pt x="60833" y="329184"/>
                    <a:pt x="66421" y="351282"/>
                  </a:cubicBezTo>
                  <a:cubicBezTo>
                    <a:pt x="72009" y="373380"/>
                    <a:pt x="78105" y="395478"/>
                    <a:pt x="84709" y="417322"/>
                  </a:cubicBezTo>
                  <a:lnTo>
                    <a:pt x="72898" y="420878"/>
                  </a:lnTo>
                  <a:lnTo>
                    <a:pt x="84709" y="417322"/>
                  </a:lnTo>
                  <a:cubicBezTo>
                    <a:pt x="91313" y="439166"/>
                    <a:pt x="98552" y="460883"/>
                    <a:pt x="106172" y="482346"/>
                  </a:cubicBezTo>
                  <a:lnTo>
                    <a:pt x="94615" y="486537"/>
                  </a:lnTo>
                  <a:lnTo>
                    <a:pt x="106172" y="482346"/>
                  </a:lnTo>
                  <a:cubicBezTo>
                    <a:pt x="113919" y="503809"/>
                    <a:pt x="122047" y="525145"/>
                    <a:pt x="130810" y="546227"/>
                  </a:cubicBezTo>
                  <a:lnTo>
                    <a:pt x="119507" y="550926"/>
                  </a:lnTo>
                  <a:lnTo>
                    <a:pt x="130810" y="546227"/>
                  </a:lnTo>
                  <a:cubicBezTo>
                    <a:pt x="139573" y="567309"/>
                    <a:pt x="148844" y="588137"/>
                    <a:pt x="158496" y="608838"/>
                  </a:cubicBezTo>
                  <a:lnTo>
                    <a:pt x="147320" y="614045"/>
                  </a:lnTo>
                  <a:lnTo>
                    <a:pt x="158369" y="608838"/>
                  </a:lnTo>
                  <a:cubicBezTo>
                    <a:pt x="168148" y="629539"/>
                    <a:pt x="178435" y="649859"/>
                    <a:pt x="189103" y="670052"/>
                  </a:cubicBezTo>
                  <a:cubicBezTo>
                    <a:pt x="199898" y="690245"/>
                    <a:pt x="211074" y="710057"/>
                    <a:pt x="222885" y="729615"/>
                  </a:cubicBezTo>
                  <a:lnTo>
                    <a:pt x="212344" y="735965"/>
                  </a:lnTo>
                  <a:lnTo>
                    <a:pt x="222885" y="729615"/>
                  </a:lnTo>
                  <a:cubicBezTo>
                    <a:pt x="234569" y="749173"/>
                    <a:pt x="246888" y="768477"/>
                    <a:pt x="259461" y="787527"/>
                  </a:cubicBezTo>
                  <a:lnTo>
                    <a:pt x="249301" y="794385"/>
                  </a:lnTo>
                  <a:lnTo>
                    <a:pt x="259461" y="787527"/>
                  </a:lnTo>
                  <a:cubicBezTo>
                    <a:pt x="272161" y="806450"/>
                    <a:pt x="285242" y="825119"/>
                    <a:pt x="298831" y="843534"/>
                  </a:cubicBezTo>
                  <a:lnTo>
                    <a:pt x="288925" y="850900"/>
                  </a:lnTo>
                  <a:lnTo>
                    <a:pt x="298831" y="843534"/>
                  </a:lnTo>
                  <a:cubicBezTo>
                    <a:pt x="312420" y="861822"/>
                    <a:pt x="326517" y="879856"/>
                    <a:pt x="340995" y="897509"/>
                  </a:cubicBezTo>
                  <a:cubicBezTo>
                    <a:pt x="355473" y="915162"/>
                    <a:pt x="370332" y="932434"/>
                    <a:pt x="385699" y="949325"/>
                  </a:cubicBezTo>
                  <a:cubicBezTo>
                    <a:pt x="401066" y="966216"/>
                    <a:pt x="416814" y="982726"/>
                    <a:pt x="432943" y="998982"/>
                  </a:cubicBezTo>
                  <a:cubicBezTo>
                    <a:pt x="449072" y="1015111"/>
                    <a:pt x="465582" y="1030859"/>
                    <a:pt x="482473" y="1046226"/>
                  </a:cubicBezTo>
                  <a:lnTo>
                    <a:pt x="474218" y="1055370"/>
                  </a:lnTo>
                  <a:lnTo>
                    <a:pt x="482473" y="1046226"/>
                  </a:lnTo>
                  <a:cubicBezTo>
                    <a:pt x="499364" y="1061593"/>
                    <a:pt x="516636" y="1076452"/>
                    <a:pt x="534289" y="1090930"/>
                  </a:cubicBezTo>
                  <a:cubicBezTo>
                    <a:pt x="551942" y="1105408"/>
                    <a:pt x="569976" y="1119506"/>
                    <a:pt x="588264" y="1133094"/>
                  </a:cubicBezTo>
                  <a:cubicBezTo>
                    <a:pt x="606552" y="1146683"/>
                    <a:pt x="625221" y="1159892"/>
                    <a:pt x="644271" y="1172464"/>
                  </a:cubicBezTo>
                  <a:cubicBezTo>
                    <a:pt x="663194" y="1185164"/>
                    <a:pt x="682498" y="1197356"/>
                    <a:pt x="702056" y="1209040"/>
                  </a:cubicBezTo>
                  <a:cubicBezTo>
                    <a:pt x="721614" y="1220725"/>
                    <a:pt x="741553" y="1232028"/>
                    <a:pt x="761619" y="1242822"/>
                  </a:cubicBezTo>
                  <a:lnTo>
                    <a:pt x="755777" y="1253617"/>
                  </a:lnTo>
                  <a:lnTo>
                    <a:pt x="761619" y="1242822"/>
                  </a:lnTo>
                  <a:cubicBezTo>
                    <a:pt x="781812" y="1253617"/>
                    <a:pt x="802132" y="1263778"/>
                    <a:pt x="822833" y="1273556"/>
                  </a:cubicBezTo>
                  <a:cubicBezTo>
                    <a:pt x="843407" y="1283336"/>
                    <a:pt x="864362" y="1292606"/>
                    <a:pt x="885444" y="1301242"/>
                  </a:cubicBezTo>
                  <a:cubicBezTo>
                    <a:pt x="906526" y="1310006"/>
                    <a:pt x="927862" y="1318261"/>
                    <a:pt x="949325" y="1325881"/>
                  </a:cubicBezTo>
                  <a:cubicBezTo>
                    <a:pt x="970788" y="1333628"/>
                    <a:pt x="992505" y="1340739"/>
                    <a:pt x="1014349" y="1347343"/>
                  </a:cubicBezTo>
                  <a:cubicBezTo>
                    <a:pt x="1036193" y="1353947"/>
                    <a:pt x="1058164" y="1360043"/>
                    <a:pt x="1080389" y="1365632"/>
                  </a:cubicBezTo>
                  <a:cubicBezTo>
                    <a:pt x="1102487" y="1371219"/>
                    <a:pt x="1124839" y="1376173"/>
                    <a:pt x="1147191" y="1380618"/>
                  </a:cubicBezTo>
                  <a:cubicBezTo>
                    <a:pt x="1169543" y="1385063"/>
                    <a:pt x="1192022" y="1389000"/>
                    <a:pt x="1214628" y="1392302"/>
                  </a:cubicBezTo>
                  <a:lnTo>
                    <a:pt x="1212850" y="1404494"/>
                  </a:lnTo>
                  <a:lnTo>
                    <a:pt x="1214628" y="1392302"/>
                  </a:lnTo>
                  <a:cubicBezTo>
                    <a:pt x="1237234" y="1395604"/>
                    <a:pt x="1259840" y="1398398"/>
                    <a:pt x="1282573" y="1400684"/>
                  </a:cubicBezTo>
                  <a:lnTo>
                    <a:pt x="1281303" y="1412876"/>
                  </a:lnTo>
                  <a:lnTo>
                    <a:pt x="1282446" y="1400684"/>
                  </a:lnTo>
                  <a:cubicBezTo>
                    <a:pt x="1305179" y="1402970"/>
                    <a:pt x="1327912" y="1404621"/>
                    <a:pt x="1350772" y="1405764"/>
                  </a:cubicBezTo>
                  <a:lnTo>
                    <a:pt x="1350137" y="1418083"/>
                  </a:lnTo>
                  <a:lnTo>
                    <a:pt x="1350772" y="1405764"/>
                  </a:lnTo>
                  <a:cubicBezTo>
                    <a:pt x="1373632" y="1406907"/>
                    <a:pt x="1396365" y="1407415"/>
                    <a:pt x="1419225" y="1407415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87147" y="803656"/>
              <a:ext cx="476377" cy="466852"/>
            </a:xfrm>
            <a:custGeom>
              <a:avLst/>
              <a:gdLst/>
              <a:ahLst/>
              <a:cxnLst/>
              <a:rect r="r" b="b" t="t" l="l"/>
              <a:pathLst>
                <a:path h="466852" w="476377">
                  <a:moveTo>
                    <a:pt x="0" y="233426"/>
                  </a:moveTo>
                  <a:cubicBezTo>
                    <a:pt x="0" y="225806"/>
                    <a:pt x="381" y="218186"/>
                    <a:pt x="1143" y="210566"/>
                  </a:cubicBezTo>
                  <a:cubicBezTo>
                    <a:pt x="1905" y="202946"/>
                    <a:pt x="3048" y="195453"/>
                    <a:pt x="4445" y="187960"/>
                  </a:cubicBezTo>
                  <a:cubicBezTo>
                    <a:pt x="5842" y="180467"/>
                    <a:pt x="7747" y="173101"/>
                    <a:pt x="10033" y="165735"/>
                  </a:cubicBezTo>
                  <a:cubicBezTo>
                    <a:pt x="12319" y="158369"/>
                    <a:pt x="14859" y="151257"/>
                    <a:pt x="17780" y="144145"/>
                  </a:cubicBezTo>
                  <a:cubicBezTo>
                    <a:pt x="20701" y="137033"/>
                    <a:pt x="24003" y="130175"/>
                    <a:pt x="27559" y="123444"/>
                  </a:cubicBezTo>
                  <a:cubicBezTo>
                    <a:pt x="31115" y="116713"/>
                    <a:pt x="35052" y="110109"/>
                    <a:pt x="39370" y="103759"/>
                  </a:cubicBezTo>
                  <a:cubicBezTo>
                    <a:pt x="43688" y="97409"/>
                    <a:pt x="48133" y="91313"/>
                    <a:pt x="52959" y="85344"/>
                  </a:cubicBezTo>
                  <a:cubicBezTo>
                    <a:pt x="57785" y="79375"/>
                    <a:pt x="62992" y="73787"/>
                    <a:pt x="68326" y="68326"/>
                  </a:cubicBezTo>
                  <a:cubicBezTo>
                    <a:pt x="73660" y="62865"/>
                    <a:pt x="79375" y="57785"/>
                    <a:pt x="85344" y="52959"/>
                  </a:cubicBezTo>
                  <a:cubicBezTo>
                    <a:pt x="91313" y="48133"/>
                    <a:pt x="97409" y="43561"/>
                    <a:pt x="103759" y="39370"/>
                  </a:cubicBezTo>
                  <a:cubicBezTo>
                    <a:pt x="110109" y="35179"/>
                    <a:pt x="116713" y="31242"/>
                    <a:pt x="123444" y="27559"/>
                  </a:cubicBezTo>
                  <a:cubicBezTo>
                    <a:pt x="130175" y="23876"/>
                    <a:pt x="137033" y="20701"/>
                    <a:pt x="144145" y="17780"/>
                  </a:cubicBezTo>
                  <a:cubicBezTo>
                    <a:pt x="151257" y="14859"/>
                    <a:pt x="158369" y="12319"/>
                    <a:pt x="165735" y="10033"/>
                  </a:cubicBezTo>
                  <a:cubicBezTo>
                    <a:pt x="173101" y="7747"/>
                    <a:pt x="180467" y="5969"/>
                    <a:pt x="187960" y="4445"/>
                  </a:cubicBezTo>
                  <a:cubicBezTo>
                    <a:pt x="195453" y="2921"/>
                    <a:pt x="202946" y="1778"/>
                    <a:pt x="210566" y="1143"/>
                  </a:cubicBezTo>
                  <a:cubicBezTo>
                    <a:pt x="218186" y="508"/>
                    <a:pt x="225806" y="0"/>
                    <a:pt x="233426" y="0"/>
                  </a:cubicBezTo>
                  <a:lnTo>
                    <a:pt x="242951" y="0"/>
                  </a:lnTo>
                  <a:cubicBezTo>
                    <a:pt x="250571" y="0"/>
                    <a:pt x="258191" y="381"/>
                    <a:pt x="265811" y="1143"/>
                  </a:cubicBezTo>
                  <a:cubicBezTo>
                    <a:pt x="273431" y="1905"/>
                    <a:pt x="280924" y="3048"/>
                    <a:pt x="288417" y="4445"/>
                  </a:cubicBezTo>
                  <a:cubicBezTo>
                    <a:pt x="295910" y="5842"/>
                    <a:pt x="303276" y="7747"/>
                    <a:pt x="310642" y="10033"/>
                  </a:cubicBezTo>
                  <a:cubicBezTo>
                    <a:pt x="318008" y="12319"/>
                    <a:pt x="325120" y="14859"/>
                    <a:pt x="332232" y="17780"/>
                  </a:cubicBezTo>
                  <a:cubicBezTo>
                    <a:pt x="339344" y="20701"/>
                    <a:pt x="346202" y="24003"/>
                    <a:pt x="352933" y="27559"/>
                  </a:cubicBezTo>
                  <a:cubicBezTo>
                    <a:pt x="359664" y="31115"/>
                    <a:pt x="366268" y="35052"/>
                    <a:pt x="372618" y="39370"/>
                  </a:cubicBezTo>
                  <a:cubicBezTo>
                    <a:pt x="378968" y="43688"/>
                    <a:pt x="385064" y="48133"/>
                    <a:pt x="391033" y="52959"/>
                  </a:cubicBezTo>
                  <a:cubicBezTo>
                    <a:pt x="397002" y="57785"/>
                    <a:pt x="402590" y="62992"/>
                    <a:pt x="408051" y="68326"/>
                  </a:cubicBezTo>
                  <a:cubicBezTo>
                    <a:pt x="413512" y="73660"/>
                    <a:pt x="418592" y="79375"/>
                    <a:pt x="423418" y="85344"/>
                  </a:cubicBezTo>
                  <a:cubicBezTo>
                    <a:pt x="428244" y="91313"/>
                    <a:pt x="432816" y="97409"/>
                    <a:pt x="437007" y="103759"/>
                  </a:cubicBezTo>
                  <a:cubicBezTo>
                    <a:pt x="441198" y="110109"/>
                    <a:pt x="445135" y="116713"/>
                    <a:pt x="448818" y="123444"/>
                  </a:cubicBezTo>
                  <a:cubicBezTo>
                    <a:pt x="452501" y="130175"/>
                    <a:pt x="455676" y="137033"/>
                    <a:pt x="458597" y="144145"/>
                  </a:cubicBezTo>
                  <a:cubicBezTo>
                    <a:pt x="461518" y="151257"/>
                    <a:pt x="464058" y="158369"/>
                    <a:pt x="466344" y="165735"/>
                  </a:cubicBezTo>
                  <a:cubicBezTo>
                    <a:pt x="468630" y="173101"/>
                    <a:pt x="470408" y="180467"/>
                    <a:pt x="471932" y="187960"/>
                  </a:cubicBezTo>
                  <a:cubicBezTo>
                    <a:pt x="473456" y="195453"/>
                    <a:pt x="474599" y="202946"/>
                    <a:pt x="475234" y="210566"/>
                  </a:cubicBezTo>
                  <a:cubicBezTo>
                    <a:pt x="475869" y="218186"/>
                    <a:pt x="476377" y="225806"/>
                    <a:pt x="476377" y="233426"/>
                  </a:cubicBezTo>
                  <a:cubicBezTo>
                    <a:pt x="476377" y="241046"/>
                    <a:pt x="475996" y="248666"/>
                    <a:pt x="475234" y="256286"/>
                  </a:cubicBezTo>
                  <a:cubicBezTo>
                    <a:pt x="474472" y="263906"/>
                    <a:pt x="473329" y="271399"/>
                    <a:pt x="471932" y="278892"/>
                  </a:cubicBezTo>
                  <a:cubicBezTo>
                    <a:pt x="470535" y="286385"/>
                    <a:pt x="468630" y="293751"/>
                    <a:pt x="466344" y="301117"/>
                  </a:cubicBezTo>
                  <a:cubicBezTo>
                    <a:pt x="464058" y="308483"/>
                    <a:pt x="461518" y="315595"/>
                    <a:pt x="458597" y="322707"/>
                  </a:cubicBezTo>
                  <a:cubicBezTo>
                    <a:pt x="455676" y="329819"/>
                    <a:pt x="452374" y="336677"/>
                    <a:pt x="448818" y="343408"/>
                  </a:cubicBezTo>
                  <a:cubicBezTo>
                    <a:pt x="445262" y="350139"/>
                    <a:pt x="441325" y="356743"/>
                    <a:pt x="437007" y="363093"/>
                  </a:cubicBezTo>
                  <a:cubicBezTo>
                    <a:pt x="432689" y="369443"/>
                    <a:pt x="428244" y="375539"/>
                    <a:pt x="423418" y="381509"/>
                  </a:cubicBezTo>
                  <a:cubicBezTo>
                    <a:pt x="418592" y="387477"/>
                    <a:pt x="413385" y="393066"/>
                    <a:pt x="408051" y="398527"/>
                  </a:cubicBezTo>
                  <a:cubicBezTo>
                    <a:pt x="402717" y="403988"/>
                    <a:pt x="397002" y="409068"/>
                    <a:pt x="391033" y="413894"/>
                  </a:cubicBezTo>
                  <a:cubicBezTo>
                    <a:pt x="385064" y="418719"/>
                    <a:pt x="378968" y="423291"/>
                    <a:pt x="372618" y="427483"/>
                  </a:cubicBezTo>
                  <a:cubicBezTo>
                    <a:pt x="366268" y="431674"/>
                    <a:pt x="359664" y="435611"/>
                    <a:pt x="352933" y="439294"/>
                  </a:cubicBezTo>
                  <a:cubicBezTo>
                    <a:pt x="346202" y="442977"/>
                    <a:pt x="339344" y="446152"/>
                    <a:pt x="332232" y="449073"/>
                  </a:cubicBezTo>
                  <a:cubicBezTo>
                    <a:pt x="325120" y="451994"/>
                    <a:pt x="318008" y="454534"/>
                    <a:pt x="310642" y="456819"/>
                  </a:cubicBezTo>
                  <a:cubicBezTo>
                    <a:pt x="303276" y="459105"/>
                    <a:pt x="295910" y="460884"/>
                    <a:pt x="288417" y="462408"/>
                  </a:cubicBezTo>
                  <a:cubicBezTo>
                    <a:pt x="280924" y="463932"/>
                    <a:pt x="273431" y="465075"/>
                    <a:pt x="265811" y="465710"/>
                  </a:cubicBezTo>
                  <a:cubicBezTo>
                    <a:pt x="258191" y="466345"/>
                    <a:pt x="250571" y="466852"/>
                    <a:pt x="242951" y="466852"/>
                  </a:cubicBezTo>
                  <a:lnTo>
                    <a:pt x="233426" y="466852"/>
                  </a:lnTo>
                  <a:cubicBezTo>
                    <a:pt x="225806" y="466852"/>
                    <a:pt x="218186" y="466472"/>
                    <a:pt x="210566" y="465710"/>
                  </a:cubicBezTo>
                  <a:cubicBezTo>
                    <a:pt x="202946" y="464948"/>
                    <a:pt x="195453" y="463805"/>
                    <a:pt x="187960" y="462408"/>
                  </a:cubicBezTo>
                  <a:cubicBezTo>
                    <a:pt x="180467" y="461011"/>
                    <a:pt x="173101" y="459105"/>
                    <a:pt x="165735" y="456819"/>
                  </a:cubicBezTo>
                  <a:cubicBezTo>
                    <a:pt x="158369" y="454534"/>
                    <a:pt x="151257" y="451994"/>
                    <a:pt x="144145" y="449073"/>
                  </a:cubicBezTo>
                  <a:cubicBezTo>
                    <a:pt x="137033" y="446152"/>
                    <a:pt x="130175" y="442850"/>
                    <a:pt x="123444" y="439294"/>
                  </a:cubicBezTo>
                  <a:cubicBezTo>
                    <a:pt x="116713" y="435738"/>
                    <a:pt x="110109" y="431801"/>
                    <a:pt x="103759" y="427483"/>
                  </a:cubicBezTo>
                  <a:cubicBezTo>
                    <a:pt x="97409" y="423165"/>
                    <a:pt x="91313" y="418719"/>
                    <a:pt x="85344" y="413894"/>
                  </a:cubicBezTo>
                  <a:cubicBezTo>
                    <a:pt x="79375" y="409068"/>
                    <a:pt x="73787" y="403861"/>
                    <a:pt x="68326" y="398527"/>
                  </a:cubicBezTo>
                  <a:cubicBezTo>
                    <a:pt x="62865" y="393193"/>
                    <a:pt x="57785" y="387477"/>
                    <a:pt x="52959" y="381509"/>
                  </a:cubicBezTo>
                  <a:cubicBezTo>
                    <a:pt x="48133" y="375539"/>
                    <a:pt x="43561" y="369443"/>
                    <a:pt x="39370" y="363093"/>
                  </a:cubicBezTo>
                  <a:cubicBezTo>
                    <a:pt x="35179" y="356743"/>
                    <a:pt x="31242" y="350139"/>
                    <a:pt x="27559" y="343408"/>
                  </a:cubicBezTo>
                  <a:cubicBezTo>
                    <a:pt x="23876" y="336677"/>
                    <a:pt x="20701" y="329819"/>
                    <a:pt x="17780" y="322707"/>
                  </a:cubicBezTo>
                  <a:cubicBezTo>
                    <a:pt x="14859" y="315595"/>
                    <a:pt x="12319" y="308483"/>
                    <a:pt x="10033" y="301117"/>
                  </a:cubicBezTo>
                  <a:cubicBezTo>
                    <a:pt x="7747" y="293751"/>
                    <a:pt x="5969" y="286385"/>
                    <a:pt x="4445" y="278892"/>
                  </a:cubicBezTo>
                  <a:cubicBezTo>
                    <a:pt x="2921" y="271399"/>
                    <a:pt x="1778" y="263906"/>
                    <a:pt x="1143" y="256286"/>
                  </a:cubicBezTo>
                  <a:cubicBezTo>
                    <a:pt x="508" y="248666"/>
                    <a:pt x="0" y="241046"/>
                    <a:pt x="0" y="233426"/>
                  </a:cubicBezTo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77622" y="794258"/>
              <a:ext cx="495554" cy="485775"/>
            </a:xfrm>
            <a:custGeom>
              <a:avLst/>
              <a:gdLst/>
              <a:ahLst/>
              <a:cxnLst/>
              <a:rect r="r" b="b" t="t" l="l"/>
              <a:pathLst>
                <a:path h="485775" w="495554">
                  <a:moveTo>
                    <a:pt x="0" y="242824"/>
                  </a:moveTo>
                  <a:cubicBezTo>
                    <a:pt x="0" y="234823"/>
                    <a:pt x="381" y="226949"/>
                    <a:pt x="1143" y="219075"/>
                  </a:cubicBezTo>
                  <a:lnTo>
                    <a:pt x="10668" y="219964"/>
                  </a:lnTo>
                  <a:lnTo>
                    <a:pt x="1143" y="219075"/>
                  </a:lnTo>
                  <a:cubicBezTo>
                    <a:pt x="1905" y="211201"/>
                    <a:pt x="3048" y="203327"/>
                    <a:pt x="4699" y="195453"/>
                  </a:cubicBezTo>
                  <a:lnTo>
                    <a:pt x="14097" y="197358"/>
                  </a:lnTo>
                  <a:lnTo>
                    <a:pt x="4699" y="195453"/>
                  </a:lnTo>
                  <a:cubicBezTo>
                    <a:pt x="6223" y="187706"/>
                    <a:pt x="8128" y="179959"/>
                    <a:pt x="10541" y="172339"/>
                  </a:cubicBezTo>
                  <a:lnTo>
                    <a:pt x="19685" y="175133"/>
                  </a:lnTo>
                  <a:lnTo>
                    <a:pt x="10541" y="172339"/>
                  </a:lnTo>
                  <a:cubicBezTo>
                    <a:pt x="12827" y="164719"/>
                    <a:pt x="15494" y="157226"/>
                    <a:pt x="18542" y="149860"/>
                  </a:cubicBezTo>
                  <a:cubicBezTo>
                    <a:pt x="21590" y="142494"/>
                    <a:pt x="25019" y="135382"/>
                    <a:pt x="28702" y="128270"/>
                  </a:cubicBezTo>
                  <a:cubicBezTo>
                    <a:pt x="32512" y="121285"/>
                    <a:pt x="36576" y="114427"/>
                    <a:pt x="41021" y="107823"/>
                  </a:cubicBezTo>
                  <a:lnTo>
                    <a:pt x="48895" y="113157"/>
                  </a:lnTo>
                  <a:lnTo>
                    <a:pt x="41021" y="107823"/>
                  </a:lnTo>
                  <a:cubicBezTo>
                    <a:pt x="45466" y="101219"/>
                    <a:pt x="50165" y="94869"/>
                    <a:pt x="55245" y="88646"/>
                  </a:cubicBezTo>
                  <a:lnTo>
                    <a:pt x="62611" y="94742"/>
                  </a:lnTo>
                  <a:lnTo>
                    <a:pt x="55245" y="88773"/>
                  </a:lnTo>
                  <a:cubicBezTo>
                    <a:pt x="60325" y="82550"/>
                    <a:pt x="65659" y="76708"/>
                    <a:pt x="71247" y="71120"/>
                  </a:cubicBezTo>
                  <a:cubicBezTo>
                    <a:pt x="76835" y="65532"/>
                    <a:pt x="82804" y="60198"/>
                    <a:pt x="88900" y="55118"/>
                  </a:cubicBezTo>
                  <a:cubicBezTo>
                    <a:pt x="94996" y="50038"/>
                    <a:pt x="101473" y="45339"/>
                    <a:pt x="108077" y="40894"/>
                  </a:cubicBezTo>
                  <a:cubicBezTo>
                    <a:pt x="114681" y="36449"/>
                    <a:pt x="121539" y="32385"/>
                    <a:pt x="128524" y="28702"/>
                  </a:cubicBezTo>
                  <a:cubicBezTo>
                    <a:pt x="135509" y="25019"/>
                    <a:pt x="142748" y="21590"/>
                    <a:pt x="150114" y="18542"/>
                  </a:cubicBezTo>
                  <a:cubicBezTo>
                    <a:pt x="157480" y="15494"/>
                    <a:pt x="164973" y="12827"/>
                    <a:pt x="172593" y="10541"/>
                  </a:cubicBezTo>
                  <a:lnTo>
                    <a:pt x="175387" y="19685"/>
                  </a:lnTo>
                  <a:lnTo>
                    <a:pt x="172593" y="10541"/>
                  </a:lnTo>
                  <a:cubicBezTo>
                    <a:pt x="180213" y="8255"/>
                    <a:pt x="187960" y="6350"/>
                    <a:pt x="195707" y="4699"/>
                  </a:cubicBezTo>
                  <a:lnTo>
                    <a:pt x="197612" y="14097"/>
                  </a:lnTo>
                  <a:lnTo>
                    <a:pt x="195707" y="4699"/>
                  </a:lnTo>
                  <a:cubicBezTo>
                    <a:pt x="203454" y="3175"/>
                    <a:pt x="211328" y="2032"/>
                    <a:pt x="219329" y="1143"/>
                  </a:cubicBezTo>
                  <a:cubicBezTo>
                    <a:pt x="227203" y="381"/>
                    <a:pt x="235204" y="0"/>
                    <a:pt x="243205" y="0"/>
                  </a:cubicBezTo>
                  <a:lnTo>
                    <a:pt x="243205" y="9525"/>
                  </a:lnTo>
                  <a:lnTo>
                    <a:pt x="243205" y="0"/>
                  </a:lnTo>
                  <a:lnTo>
                    <a:pt x="252730" y="0"/>
                  </a:lnTo>
                  <a:lnTo>
                    <a:pt x="252730" y="9525"/>
                  </a:lnTo>
                  <a:lnTo>
                    <a:pt x="252730" y="0"/>
                  </a:lnTo>
                  <a:cubicBezTo>
                    <a:pt x="260731" y="0"/>
                    <a:pt x="268605" y="381"/>
                    <a:pt x="276479" y="1143"/>
                  </a:cubicBezTo>
                  <a:cubicBezTo>
                    <a:pt x="284353" y="1905"/>
                    <a:pt x="292227" y="3048"/>
                    <a:pt x="300101" y="4699"/>
                  </a:cubicBezTo>
                  <a:lnTo>
                    <a:pt x="298196" y="14097"/>
                  </a:lnTo>
                  <a:lnTo>
                    <a:pt x="300101" y="4699"/>
                  </a:lnTo>
                  <a:cubicBezTo>
                    <a:pt x="307975" y="6223"/>
                    <a:pt x="315595" y="8128"/>
                    <a:pt x="323215" y="10541"/>
                  </a:cubicBezTo>
                  <a:lnTo>
                    <a:pt x="320421" y="19685"/>
                  </a:lnTo>
                  <a:lnTo>
                    <a:pt x="323215" y="10541"/>
                  </a:lnTo>
                  <a:cubicBezTo>
                    <a:pt x="330835" y="12827"/>
                    <a:pt x="338328" y="15494"/>
                    <a:pt x="345694" y="18542"/>
                  </a:cubicBezTo>
                  <a:cubicBezTo>
                    <a:pt x="353060" y="21590"/>
                    <a:pt x="360172" y="25019"/>
                    <a:pt x="367284" y="28702"/>
                  </a:cubicBezTo>
                  <a:cubicBezTo>
                    <a:pt x="374269" y="32512"/>
                    <a:pt x="381127" y="36576"/>
                    <a:pt x="387731" y="40894"/>
                  </a:cubicBezTo>
                  <a:cubicBezTo>
                    <a:pt x="394335" y="45339"/>
                    <a:pt x="400685" y="50038"/>
                    <a:pt x="406908" y="55118"/>
                  </a:cubicBezTo>
                  <a:cubicBezTo>
                    <a:pt x="413004" y="60198"/>
                    <a:pt x="418973" y="65532"/>
                    <a:pt x="424561" y="71120"/>
                  </a:cubicBezTo>
                  <a:cubicBezTo>
                    <a:pt x="430149" y="76708"/>
                    <a:pt x="435483" y="82677"/>
                    <a:pt x="440563" y="88773"/>
                  </a:cubicBezTo>
                  <a:lnTo>
                    <a:pt x="433197" y="94869"/>
                  </a:lnTo>
                  <a:lnTo>
                    <a:pt x="440563" y="88773"/>
                  </a:lnTo>
                  <a:cubicBezTo>
                    <a:pt x="445643" y="94869"/>
                    <a:pt x="450342" y="101346"/>
                    <a:pt x="454787" y="107950"/>
                  </a:cubicBezTo>
                  <a:cubicBezTo>
                    <a:pt x="459232" y="114554"/>
                    <a:pt x="463296" y="121412"/>
                    <a:pt x="466979" y="128397"/>
                  </a:cubicBezTo>
                  <a:lnTo>
                    <a:pt x="458597" y="132842"/>
                  </a:lnTo>
                  <a:lnTo>
                    <a:pt x="466979" y="128397"/>
                  </a:lnTo>
                  <a:cubicBezTo>
                    <a:pt x="470789" y="135382"/>
                    <a:pt x="474091" y="142621"/>
                    <a:pt x="477139" y="149987"/>
                  </a:cubicBezTo>
                  <a:lnTo>
                    <a:pt x="468376" y="153670"/>
                  </a:lnTo>
                  <a:lnTo>
                    <a:pt x="477139" y="149987"/>
                  </a:lnTo>
                  <a:cubicBezTo>
                    <a:pt x="480187" y="157353"/>
                    <a:pt x="482854" y="164846"/>
                    <a:pt x="485140" y="172466"/>
                  </a:cubicBezTo>
                  <a:lnTo>
                    <a:pt x="475996" y="175260"/>
                  </a:lnTo>
                  <a:lnTo>
                    <a:pt x="485140" y="172466"/>
                  </a:lnTo>
                  <a:cubicBezTo>
                    <a:pt x="487426" y="180086"/>
                    <a:pt x="489331" y="187833"/>
                    <a:pt x="490982" y="195580"/>
                  </a:cubicBezTo>
                  <a:cubicBezTo>
                    <a:pt x="492506" y="203327"/>
                    <a:pt x="493649" y="211201"/>
                    <a:pt x="494411" y="219202"/>
                  </a:cubicBezTo>
                  <a:lnTo>
                    <a:pt x="484886" y="220091"/>
                  </a:lnTo>
                  <a:lnTo>
                    <a:pt x="494411" y="219202"/>
                  </a:lnTo>
                  <a:cubicBezTo>
                    <a:pt x="495173" y="227076"/>
                    <a:pt x="495554" y="235077"/>
                    <a:pt x="495554" y="242951"/>
                  </a:cubicBezTo>
                  <a:lnTo>
                    <a:pt x="486029" y="242951"/>
                  </a:lnTo>
                  <a:lnTo>
                    <a:pt x="495554" y="242951"/>
                  </a:lnTo>
                  <a:cubicBezTo>
                    <a:pt x="495554" y="250952"/>
                    <a:pt x="495173" y="258826"/>
                    <a:pt x="494411" y="266700"/>
                  </a:cubicBezTo>
                  <a:lnTo>
                    <a:pt x="484886" y="265811"/>
                  </a:lnTo>
                  <a:lnTo>
                    <a:pt x="494411" y="266700"/>
                  </a:lnTo>
                  <a:cubicBezTo>
                    <a:pt x="493649" y="274574"/>
                    <a:pt x="492506" y="282448"/>
                    <a:pt x="490982" y="290322"/>
                  </a:cubicBezTo>
                  <a:cubicBezTo>
                    <a:pt x="489458" y="298069"/>
                    <a:pt x="487553" y="305816"/>
                    <a:pt x="485140" y="313436"/>
                  </a:cubicBezTo>
                  <a:lnTo>
                    <a:pt x="475996" y="310642"/>
                  </a:lnTo>
                  <a:lnTo>
                    <a:pt x="485140" y="313436"/>
                  </a:lnTo>
                  <a:cubicBezTo>
                    <a:pt x="482854" y="321056"/>
                    <a:pt x="480187" y="328549"/>
                    <a:pt x="477139" y="335915"/>
                  </a:cubicBezTo>
                  <a:lnTo>
                    <a:pt x="468376" y="332232"/>
                  </a:lnTo>
                  <a:lnTo>
                    <a:pt x="477139" y="335915"/>
                  </a:lnTo>
                  <a:cubicBezTo>
                    <a:pt x="474091" y="343281"/>
                    <a:pt x="470662" y="350520"/>
                    <a:pt x="466979" y="357505"/>
                  </a:cubicBezTo>
                  <a:lnTo>
                    <a:pt x="458597" y="353060"/>
                  </a:lnTo>
                  <a:lnTo>
                    <a:pt x="466979" y="357505"/>
                  </a:lnTo>
                  <a:cubicBezTo>
                    <a:pt x="463169" y="364490"/>
                    <a:pt x="459105" y="371348"/>
                    <a:pt x="454787" y="377952"/>
                  </a:cubicBezTo>
                  <a:cubicBezTo>
                    <a:pt x="450342" y="384556"/>
                    <a:pt x="445643" y="390907"/>
                    <a:pt x="440563" y="397130"/>
                  </a:cubicBezTo>
                  <a:cubicBezTo>
                    <a:pt x="435483" y="403225"/>
                    <a:pt x="430149" y="409195"/>
                    <a:pt x="424561" y="414783"/>
                  </a:cubicBezTo>
                  <a:cubicBezTo>
                    <a:pt x="418973" y="420371"/>
                    <a:pt x="413004" y="425705"/>
                    <a:pt x="406908" y="430785"/>
                  </a:cubicBezTo>
                  <a:cubicBezTo>
                    <a:pt x="400812" y="435864"/>
                    <a:pt x="394335" y="440564"/>
                    <a:pt x="387731" y="445009"/>
                  </a:cubicBezTo>
                  <a:cubicBezTo>
                    <a:pt x="381127" y="449453"/>
                    <a:pt x="374269" y="453517"/>
                    <a:pt x="367284" y="457200"/>
                  </a:cubicBezTo>
                  <a:cubicBezTo>
                    <a:pt x="360299" y="460884"/>
                    <a:pt x="353060" y="464313"/>
                    <a:pt x="345694" y="467361"/>
                  </a:cubicBezTo>
                  <a:cubicBezTo>
                    <a:pt x="338328" y="470409"/>
                    <a:pt x="330835" y="473075"/>
                    <a:pt x="323215" y="475361"/>
                  </a:cubicBezTo>
                  <a:lnTo>
                    <a:pt x="320421" y="466217"/>
                  </a:lnTo>
                  <a:lnTo>
                    <a:pt x="323215" y="475361"/>
                  </a:lnTo>
                  <a:cubicBezTo>
                    <a:pt x="315595" y="477648"/>
                    <a:pt x="307848" y="479553"/>
                    <a:pt x="300101" y="481203"/>
                  </a:cubicBezTo>
                  <a:cubicBezTo>
                    <a:pt x="292354" y="482728"/>
                    <a:pt x="284480" y="483871"/>
                    <a:pt x="276479" y="484633"/>
                  </a:cubicBezTo>
                  <a:lnTo>
                    <a:pt x="275590" y="475108"/>
                  </a:lnTo>
                  <a:lnTo>
                    <a:pt x="276479" y="484633"/>
                  </a:lnTo>
                  <a:cubicBezTo>
                    <a:pt x="268605" y="485395"/>
                    <a:pt x="260604" y="485775"/>
                    <a:pt x="252730" y="485775"/>
                  </a:cubicBezTo>
                  <a:lnTo>
                    <a:pt x="252730" y="476250"/>
                  </a:lnTo>
                  <a:lnTo>
                    <a:pt x="252730" y="485775"/>
                  </a:lnTo>
                  <a:lnTo>
                    <a:pt x="243205" y="485775"/>
                  </a:lnTo>
                  <a:lnTo>
                    <a:pt x="243205" y="476250"/>
                  </a:lnTo>
                  <a:lnTo>
                    <a:pt x="243205" y="485775"/>
                  </a:lnTo>
                  <a:cubicBezTo>
                    <a:pt x="235204" y="485775"/>
                    <a:pt x="227330" y="485395"/>
                    <a:pt x="219329" y="484633"/>
                  </a:cubicBezTo>
                  <a:cubicBezTo>
                    <a:pt x="211455" y="483871"/>
                    <a:pt x="203581" y="482728"/>
                    <a:pt x="195707" y="481203"/>
                  </a:cubicBezTo>
                  <a:cubicBezTo>
                    <a:pt x="187960" y="479680"/>
                    <a:pt x="180213" y="477775"/>
                    <a:pt x="172593" y="475361"/>
                  </a:cubicBezTo>
                  <a:lnTo>
                    <a:pt x="175387" y="466217"/>
                  </a:lnTo>
                  <a:lnTo>
                    <a:pt x="172593" y="475361"/>
                  </a:lnTo>
                  <a:cubicBezTo>
                    <a:pt x="164973" y="473075"/>
                    <a:pt x="157480" y="470409"/>
                    <a:pt x="150114" y="467361"/>
                  </a:cubicBezTo>
                  <a:cubicBezTo>
                    <a:pt x="142748" y="464313"/>
                    <a:pt x="135636" y="460884"/>
                    <a:pt x="128524" y="457200"/>
                  </a:cubicBezTo>
                  <a:cubicBezTo>
                    <a:pt x="121539" y="453391"/>
                    <a:pt x="114681" y="449327"/>
                    <a:pt x="108077" y="445009"/>
                  </a:cubicBezTo>
                  <a:cubicBezTo>
                    <a:pt x="101473" y="440564"/>
                    <a:pt x="95123" y="435864"/>
                    <a:pt x="88900" y="430785"/>
                  </a:cubicBezTo>
                  <a:cubicBezTo>
                    <a:pt x="82677" y="425705"/>
                    <a:pt x="76835" y="420371"/>
                    <a:pt x="71247" y="414783"/>
                  </a:cubicBezTo>
                  <a:lnTo>
                    <a:pt x="77978" y="408052"/>
                  </a:lnTo>
                  <a:lnTo>
                    <a:pt x="71247" y="414783"/>
                  </a:lnTo>
                  <a:cubicBezTo>
                    <a:pt x="65659" y="409195"/>
                    <a:pt x="60325" y="403225"/>
                    <a:pt x="55245" y="397130"/>
                  </a:cubicBezTo>
                  <a:lnTo>
                    <a:pt x="62611" y="391034"/>
                  </a:lnTo>
                  <a:lnTo>
                    <a:pt x="55245" y="397130"/>
                  </a:lnTo>
                  <a:cubicBezTo>
                    <a:pt x="50165" y="391034"/>
                    <a:pt x="45466" y="384556"/>
                    <a:pt x="41021" y="377952"/>
                  </a:cubicBezTo>
                  <a:lnTo>
                    <a:pt x="48895" y="372618"/>
                  </a:lnTo>
                  <a:lnTo>
                    <a:pt x="41021" y="377952"/>
                  </a:lnTo>
                  <a:cubicBezTo>
                    <a:pt x="36576" y="371348"/>
                    <a:pt x="32512" y="364490"/>
                    <a:pt x="28702" y="357505"/>
                  </a:cubicBezTo>
                  <a:cubicBezTo>
                    <a:pt x="25019" y="350520"/>
                    <a:pt x="21590" y="343281"/>
                    <a:pt x="18542" y="335915"/>
                  </a:cubicBezTo>
                  <a:cubicBezTo>
                    <a:pt x="15494" y="328549"/>
                    <a:pt x="12827" y="321056"/>
                    <a:pt x="10541" y="313436"/>
                  </a:cubicBezTo>
                  <a:cubicBezTo>
                    <a:pt x="8255" y="305816"/>
                    <a:pt x="6350" y="298069"/>
                    <a:pt x="4699" y="290322"/>
                  </a:cubicBezTo>
                  <a:lnTo>
                    <a:pt x="14097" y="288417"/>
                  </a:lnTo>
                  <a:lnTo>
                    <a:pt x="4699" y="290322"/>
                  </a:lnTo>
                  <a:cubicBezTo>
                    <a:pt x="3175" y="282575"/>
                    <a:pt x="2032" y="274701"/>
                    <a:pt x="1143" y="266700"/>
                  </a:cubicBezTo>
                  <a:lnTo>
                    <a:pt x="10668" y="265811"/>
                  </a:lnTo>
                  <a:lnTo>
                    <a:pt x="1143" y="266700"/>
                  </a:lnTo>
                  <a:cubicBezTo>
                    <a:pt x="381" y="258826"/>
                    <a:pt x="0" y="250825"/>
                    <a:pt x="0" y="242951"/>
                  </a:cubicBezTo>
                  <a:lnTo>
                    <a:pt x="9525" y="242951"/>
                  </a:lnTo>
                  <a:lnTo>
                    <a:pt x="0" y="242951"/>
                  </a:lnTo>
                  <a:moveTo>
                    <a:pt x="19050" y="242951"/>
                  </a:moveTo>
                  <a:cubicBezTo>
                    <a:pt x="19050" y="250317"/>
                    <a:pt x="19431" y="257556"/>
                    <a:pt x="20066" y="264922"/>
                  </a:cubicBezTo>
                  <a:cubicBezTo>
                    <a:pt x="20828" y="272288"/>
                    <a:pt x="21844" y="279400"/>
                    <a:pt x="23241" y="286639"/>
                  </a:cubicBezTo>
                  <a:cubicBezTo>
                    <a:pt x="24638" y="293878"/>
                    <a:pt x="26416" y="300990"/>
                    <a:pt x="28575" y="307975"/>
                  </a:cubicBezTo>
                  <a:lnTo>
                    <a:pt x="19431" y="310769"/>
                  </a:lnTo>
                  <a:lnTo>
                    <a:pt x="28575" y="307975"/>
                  </a:lnTo>
                  <a:cubicBezTo>
                    <a:pt x="30734" y="314960"/>
                    <a:pt x="33147" y="321945"/>
                    <a:pt x="35941" y="328676"/>
                  </a:cubicBezTo>
                  <a:lnTo>
                    <a:pt x="27178" y="332359"/>
                  </a:lnTo>
                  <a:lnTo>
                    <a:pt x="35941" y="328676"/>
                  </a:lnTo>
                  <a:cubicBezTo>
                    <a:pt x="38735" y="335407"/>
                    <a:pt x="41910" y="342138"/>
                    <a:pt x="45339" y="348488"/>
                  </a:cubicBezTo>
                  <a:lnTo>
                    <a:pt x="36957" y="352933"/>
                  </a:lnTo>
                  <a:lnTo>
                    <a:pt x="45339" y="348488"/>
                  </a:lnTo>
                  <a:cubicBezTo>
                    <a:pt x="48768" y="354965"/>
                    <a:pt x="52578" y="361188"/>
                    <a:pt x="56642" y="367284"/>
                  </a:cubicBezTo>
                  <a:cubicBezTo>
                    <a:pt x="60706" y="373380"/>
                    <a:pt x="65024" y="379222"/>
                    <a:pt x="69723" y="384937"/>
                  </a:cubicBezTo>
                  <a:cubicBezTo>
                    <a:pt x="74295" y="390653"/>
                    <a:pt x="79248" y="395986"/>
                    <a:pt x="84455" y="401194"/>
                  </a:cubicBezTo>
                  <a:cubicBezTo>
                    <a:pt x="89662" y="406400"/>
                    <a:pt x="94996" y="411353"/>
                    <a:pt x="100711" y="415925"/>
                  </a:cubicBezTo>
                  <a:lnTo>
                    <a:pt x="94615" y="423292"/>
                  </a:lnTo>
                  <a:lnTo>
                    <a:pt x="100711" y="415925"/>
                  </a:lnTo>
                  <a:cubicBezTo>
                    <a:pt x="106426" y="420625"/>
                    <a:pt x="112268" y="424942"/>
                    <a:pt x="118364" y="429007"/>
                  </a:cubicBezTo>
                  <a:lnTo>
                    <a:pt x="113030" y="436881"/>
                  </a:lnTo>
                  <a:lnTo>
                    <a:pt x="118364" y="429007"/>
                  </a:lnTo>
                  <a:cubicBezTo>
                    <a:pt x="124460" y="433071"/>
                    <a:pt x="130683" y="436881"/>
                    <a:pt x="137160" y="440310"/>
                  </a:cubicBezTo>
                  <a:lnTo>
                    <a:pt x="132715" y="448692"/>
                  </a:lnTo>
                  <a:lnTo>
                    <a:pt x="137160" y="440310"/>
                  </a:lnTo>
                  <a:cubicBezTo>
                    <a:pt x="143637" y="443739"/>
                    <a:pt x="150241" y="446914"/>
                    <a:pt x="156972" y="449708"/>
                  </a:cubicBezTo>
                  <a:lnTo>
                    <a:pt x="153289" y="458471"/>
                  </a:lnTo>
                  <a:lnTo>
                    <a:pt x="156972" y="449708"/>
                  </a:lnTo>
                  <a:cubicBezTo>
                    <a:pt x="163703" y="452502"/>
                    <a:pt x="170688" y="455042"/>
                    <a:pt x="177673" y="457074"/>
                  </a:cubicBezTo>
                  <a:cubicBezTo>
                    <a:pt x="184658" y="459233"/>
                    <a:pt x="191770" y="461011"/>
                    <a:pt x="199009" y="462408"/>
                  </a:cubicBezTo>
                  <a:lnTo>
                    <a:pt x="197104" y="471806"/>
                  </a:lnTo>
                  <a:lnTo>
                    <a:pt x="199009" y="462408"/>
                  </a:lnTo>
                  <a:cubicBezTo>
                    <a:pt x="206248" y="463805"/>
                    <a:pt x="213487" y="464948"/>
                    <a:pt x="220726" y="465583"/>
                  </a:cubicBezTo>
                  <a:lnTo>
                    <a:pt x="219837" y="475108"/>
                  </a:lnTo>
                  <a:lnTo>
                    <a:pt x="220726" y="465583"/>
                  </a:lnTo>
                  <a:cubicBezTo>
                    <a:pt x="227965" y="466345"/>
                    <a:pt x="235331" y="466725"/>
                    <a:pt x="242697" y="466725"/>
                  </a:cubicBezTo>
                  <a:lnTo>
                    <a:pt x="252222" y="466725"/>
                  </a:lnTo>
                  <a:cubicBezTo>
                    <a:pt x="259588" y="466725"/>
                    <a:pt x="266827" y="466345"/>
                    <a:pt x="274193" y="465583"/>
                  </a:cubicBezTo>
                  <a:cubicBezTo>
                    <a:pt x="281432" y="464821"/>
                    <a:pt x="288671" y="463805"/>
                    <a:pt x="295910" y="462408"/>
                  </a:cubicBezTo>
                  <a:lnTo>
                    <a:pt x="297815" y="471806"/>
                  </a:lnTo>
                  <a:lnTo>
                    <a:pt x="295910" y="462408"/>
                  </a:lnTo>
                  <a:cubicBezTo>
                    <a:pt x="303149" y="461011"/>
                    <a:pt x="310261" y="459233"/>
                    <a:pt x="317246" y="457074"/>
                  </a:cubicBezTo>
                  <a:cubicBezTo>
                    <a:pt x="324231" y="454914"/>
                    <a:pt x="331089" y="452502"/>
                    <a:pt x="337947" y="449708"/>
                  </a:cubicBezTo>
                  <a:lnTo>
                    <a:pt x="341630" y="458471"/>
                  </a:lnTo>
                  <a:lnTo>
                    <a:pt x="337947" y="449708"/>
                  </a:lnTo>
                  <a:cubicBezTo>
                    <a:pt x="344678" y="446914"/>
                    <a:pt x="351409" y="443739"/>
                    <a:pt x="357759" y="440310"/>
                  </a:cubicBezTo>
                  <a:lnTo>
                    <a:pt x="362204" y="448692"/>
                  </a:lnTo>
                  <a:lnTo>
                    <a:pt x="357759" y="440310"/>
                  </a:lnTo>
                  <a:cubicBezTo>
                    <a:pt x="364236" y="436881"/>
                    <a:pt x="370459" y="433071"/>
                    <a:pt x="376555" y="429007"/>
                  </a:cubicBezTo>
                  <a:lnTo>
                    <a:pt x="381889" y="436881"/>
                  </a:lnTo>
                  <a:lnTo>
                    <a:pt x="376555" y="429007"/>
                  </a:lnTo>
                  <a:cubicBezTo>
                    <a:pt x="382651" y="424942"/>
                    <a:pt x="388493" y="420625"/>
                    <a:pt x="394208" y="415925"/>
                  </a:cubicBezTo>
                  <a:lnTo>
                    <a:pt x="400177" y="423292"/>
                  </a:lnTo>
                  <a:lnTo>
                    <a:pt x="394081" y="415925"/>
                  </a:lnTo>
                  <a:cubicBezTo>
                    <a:pt x="399796" y="411227"/>
                    <a:pt x="405130" y="406400"/>
                    <a:pt x="410337" y="401194"/>
                  </a:cubicBezTo>
                  <a:lnTo>
                    <a:pt x="417068" y="407925"/>
                  </a:lnTo>
                  <a:lnTo>
                    <a:pt x="410337" y="401194"/>
                  </a:lnTo>
                  <a:cubicBezTo>
                    <a:pt x="415544" y="395986"/>
                    <a:pt x="420497" y="390525"/>
                    <a:pt x="425069" y="384937"/>
                  </a:cubicBezTo>
                  <a:lnTo>
                    <a:pt x="432435" y="391034"/>
                  </a:lnTo>
                  <a:lnTo>
                    <a:pt x="425069" y="384937"/>
                  </a:lnTo>
                  <a:cubicBezTo>
                    <a:pt x="429768" y="379222"/>
                    <a:pt x="434086" y="373380"/>
                    <a:pt x="438150" y="367284"/>
                  </a:cubicBezTo>
                  <a:lnTo>
                    <a:pt x="446024" y="372618"/>
                  </a:lnTo>
                  <a:lnTo>
                    <a:pt x="438150" y="367284"/>
                  </a:lnTo>
                  <a:cubicBezTo>
                    <a:pt x="442214" y="361188"/>
                    <a:pt x="446024" y="354965"/>
                    <a:pt x="449453" y="348488"/>
                  </a:cubicBezTo>
                  <a:cubicBezTo>
                    <a:pt x="452882" y="342011"/>
                    <a:pt x="456057" y="335407"/>
                    <a:pt x="458851" y="328676"/>
                  </a:cubicBezTo>
                  <a:cubicBezTo>
                    <a:pt x="461645" y="321945"/>
                    <a:pt x="464185" y="314960"/>
                    <a:pt x="466217" y="307975"/>
                  </a:cubicBezTo>
                  <a:cubicBezTo>
                    <a:pt x="468376" y="300990"/>
                    <a:pt x="470154" y="293878"/>
                    <a:pt x="471551" y="286639"/>
                  </a:cubicBezTo>
                  <a:lnTo>
                    <a:pt x="480949" y="288544"/>
                  </a:lnTo>
                  <a:lnTo>
                    <a:pt x="471551" y="286639"/>
                  </a:lnTo>
                  <a:cubicBezTo>
                    <a:pt x="472948" y="279400"/>
                    <a:pt x="474091" y="272161"/>
                    <a:pt x="474726" y="264922"/>
                  </a:cubicBezTo>
                  <a:cubicBezTo>
                    <a:pt x="475488" y="257683"/>
                    <a:pt x="475869" y="250317"/>
                    <a:pt x="475869" y="242951"/>
                  </a:cubicBezTo>
                  <a:cubicBezTo>
                    <a:pt x="475869" y="235585"/>
                    <a:pt x="475488" y="228346"/>
                    <a:pt x="474726" y="220980"/>
                  </a:cubicBezTo>
                  <a:cubicBezTo>
                    <a:pt x="473964" y="213741"/>
                    <a:pt x="472948" y="206375"/>
                    <a:pt x="471551" y="199263"/>
                  </a:cubicBezTo>
                  <a:lnTo>
                    <a:pt x="480949" y="197358"/>
                  </a:lnTo>
                  <a:lnTo>
                    <a:pt x="471551" y="199263"/>
                  </a:lnTo>
                  <a:cubicBezTo>
                    <a:pt x="470154" y="192024"/>
                    <a:pt x="468376" y="184912"/>
                    <a:pt x="466217" y="177927"/>
                  </a:cubicBezTo>
                  <a:cubicBezTo>
                    <a:pt x="464058" y="170942"/>
                    <a:pt x="461645" y="164084"/>
                    <a:pt x="458851" y="157226"/>
                  </a:cubicBezTo>
                  <a:cubicBezTo>
                    <a:pt x="456057" y="150495"/>
                    <a:pt x="452882" y="143891"/>
                    <a:pt x="449453" y="137414"/>
                  </a:cubicBezTo>
                  <a:cubicBezTo>
                    <a:pt x="446024" y="130937"/>
                    <a:pt x="442214" y="124714"/>
                    <a:pt x="438150" y="118618"/>
                  </a:cubicBezTo>
                  <a:lnTo>
                    <a:pt x="446024" y="113284"/>
                  </a:lnTo>
                  <a:lnTo>
                    <a:pt x="438150" y="118618"/>
                  </a:lnTo>
                  <a:cubicBezTo>
                    <a:pt x="434086" y="112522"/>
                    <a:pt x="429768" y="106680"/>
                    <a:pt x="425069" y="100965"/>
                  </a:cubicBezTo>
                  <a:cubicBezTo>
                    <a:pt x="420370" y="95250"/>
                    <a:pt x="415544" y="89916"/>
                    <a:pt x="410337" y="84709"/>
                  </a:cubicBezTo>
                  <a:lnTo>
                    <a:pt x="417068" y="77978"/>
                  </a:lnTo>
                  <a:lnTo>
                    <a:pt x="410337" y="84709"/>
                  </a:lnTo>
                  <a:cubicBezTo>
                    <a:pt x="405130" y="79502"/>
                    <a:pt x="399669" y="74549"/>
                    <a:pt x="394081" y="69977"/>
                  </a:cubicBezTo>
                  <a:lnTo>
                    <a:pt x="400177" y="62611"/>
                  </a:lnTo>
                  <a:lnTo>
                    <a:pt x="394208" y="69977"/>
                  </a:lnTo>
                  <a:cubicBezTo>
                    <a:pt x="388493" y="65278"/>
                    <a:pt x="382651" y="60960"/>
                    <a:pt x="376555" y="56896"/>
                  </a:cubicBezTo>
                  <a:lnTo>
                    <a:pt x="381889" y="49022"/>
                  </a:lnTo>
                  <a:lnTo>
                    <a:pt x="376555" y="56896"/>
                  </a:lnTo>
                  <a:cubicBezTo>
                    <a:pt x="370459" y="52832"/>
                    <a:pt x="364236" y="49022"/>
                    <a:pt x="357759" y="45593"/>
                  </a:cubicBezTo>
                  <a:lnTo>
                    <a:pt x="362204" y="37211"/>
                  </a:lnTo>
                  <a:lnTo>
                    <a:pt x="357759" y="45593"/>
                  </a:lnTo>
                  <a:cubicBezTo>
                    <a:pt x="351282" y="42164"/>
                    <a:pt x="344678" y="38989"/>
                    <a:pt x="337947" y="36195"/>
                  </a:cubicBezTo>
                  <a:lnTo>
                    <a:pt x="341630" y="27432"/>
                  </a:lnTo>
                  <a:lnTo>
                    <a:pt x="337947" y="36195"/>
                  </a:lnTo>
                  <a:cubicBezTo>
                    <a:pt x="331216" y="33401"/>
                    <a:pt x="324231" y="30861"/>
                    <a:pt x="317246" y="28829"/>
                  </a:cubicBezTo>
                  <a:cubicBezTo>
                    <a:pt x="310261" y="26670"/>
                    <a:pt x="303149" y="24892"/>
                    <a:pt x="295910" y="23495"/>
                  </a:cubicBezTo>
                  <a:cubicBezTo>
                    <a:pt x="288671" y="22098"/>
                    <a:pt x="281559" y="20955"/>
                    <a:pt x="274193" y="20320"/>
                  </a:cubicBezTo>
                  <a:lnTo>
                    <a:pt x="275082" y="10795"/>
                  </a:lnTo>
                  <a:lnTo>
                    <a:pt x="274193" y="20320"/>
                  </a:lnTo>
                  <a:cubicBezTo>
                    <a:pt x="266954" y="19558"/>
                    <a:pt x="259588" y="19304"/>
                    <a:pt x="252222" y="19304"/>
                  </a:cubicBezTo>
                  <a:lnTo>
                    <a:pt x="242697" y="19304"/>
                  </a:lnTo>
                  <a:cubicBezTo>
                    <a:pt x="235331" y="19304"/>
                    <a:pt x="228092" y="19685"/>
                    <a:pt x="220726" y="20320"/>
                  </a:cubicBezTo>
                  <a:lnTo>
                    <a:pt x="219837" y="10795"/>
                  </a:lnTo>
                  <a:lnTo>
                    <a:pt x="220726" y="20320"/>
                  </a:lnTo>
                  <a:cubicBezTo>
                    <a:pt x="213487" y="21082"/>
                    <a:pt x="206248" y="22098"/>
                    <a:pt x="199009" y="23495"/>
                  </a:cubicBezTo>
                  <a:cubicBezTo>
                    <a:pt x="191770" y="24892"/>
                    <a:pt x="184658" y="26670"/>
                    <a:pt x="177673" y="28829"/>
                  </a:cubicBezTo>
                  <a:cubicBezTo>
                    <a:pt x="170688" y="30988"/>
                    <a:pt x="163830" y="33401"/>
                    <a:pt x="156972" y="36195"/>
                  </a:cubicBezTo>
                  <a:lnTo>
                    <a:pt x="153289" y="27432"/>
                  </a:lnTo>
                  <a:lnTo>
                    <a:pt x="156972" y="36195"/>
                  </a:lnTo>
                  <a:cubicBezTo>
                    <a:pt x="150241" y="38989"/>
                    <a:pt x="143510" y="42164"/>
                    <a:pt x="137160" y="45593"/>
                  </a:cubicBezTo>
                  <a:lnTo>
                    <a:pt x="132715" y="37211"/>
                  </a:lnTo>
                  <a:lnTo>
                    <a:pt x="137160" y="45593"/>
                  </a:lnTo>
                  <a:cubicBezTo>
                    <a:pt x="130683" y="49022"/>
                    <a:pt x="124460" y="52832"/>
                    <a:pt x="118364" y="56896"/>
                  </a:cubicBezTo>
                  <a:lnTo>
                    <a:pt x="113030" y="49022"/>
                  </a:lnTo>
                  <a:lnTo>
                    <a:pt x="118364" y="56896"/>
                  </a:lnTo>
                  <a:cubicBezTo>
                    <a:pt x="112268" y="60960"/>
                    <a:pt x="106426" y="65405"/>
                    <a:pt x="100711" y="69977"/>
                  </a:cubicBezTo>
                  <a:lnTo>
                    <a:pt x="94615" y="62611"/>
                  </a:lnTo>
                  <a:lnTo>
                    <a:pt x="100711" y="69977"/>
                  </a:lnTo>
                  <a:cubicBezTo>
                    <a:pt x="94996" y="74676"/>
                    <a:pt x="89662" y="79502"/>
                    <a:pt x="84455" y="84709"/>
                  </a:cubicBezTo>
                  <a:lnTo>
                    <a:pt x="77724" y="77978"/>
                  </a:lnTo>
                  <a:lnTo>
                    <a:pt x="84455" y="84709"/>
                  </a:lnTo>
                  <a:cubicBezTo>
                    <a:pt x="79248" y="89916"/>
                    <a:pt x="74295" y="95377"/>
                    <a:pt x="69723" y="100965"/>
                  </a:cubicBezTo>
                  <a:cubicBezTo>
                    <a:pt x="65024" y="106680"/>
                    <a:pt x="60706" y="112522"/>
                    <a:pt x="56642" y="118618"/>
                  </a:cubicBezTo>
                  <a:cubicBezTo>
                    <a:pt x="52578" y="124714"/>
                    <a:pt x="48768" y="130937"/>
                    <a:pt x="45339" y="137414"/>
                  </a:cubicBezTo>
                  <a:lnTo>
                    <a:pt x="37084" y="132842"/>
                  </a:lnTo>
                  <a:lnTo>
                    <a:pt x="45466" y="137287"/>
                  </a:lnTo>
                  <a:cubicBezTo>
                    <a:pt x="42037" y="143764"/>
                    <a:pt x="38862" y="150368"/>
                    <a:pt x="36068" y="157099"/>
                  </a:cubicBezTo>
                  <a:lnTo>
                    <a:pt x="27305" y="153416"/>
                  </a:lnTo>
                  <a:lnTo>
                    <a:pt x="36068" y="157099"/>
                  </a:lnTo>
                  <a:cubicBezTo>
                    <a:pt x="33274" y="163830"/>
                    <a:pt x="30861" y="170815"/>
                    <a:pt x="28702" y="177800"/>
                  </a:cubicBezTo>
                  <a:cubicBezTo>
                    <a:pt x="26543" y="184785"/>
                    <a:pt x="24765" y="191897"/>
                    <a:pt x="23368" y="199136"/>
                  </a:cubicBezTo>
                  <a:cubicBezTo>
                    <a:pt x="21971" y="206375"/>
                    <a:pt x="20828" y="213614"/>
                    <a:pt x="20193" y="220853"/>
                  </a:cubicBezTo>
                  <a:cubicBezTo>
                    <a:pt x="19431" y="228092"/>
                    <a:pt x="19177" y="235458"/>
                    <a:pt x="19177" y="242824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649991" y="4541939"/>
            <a:ext cx="219075" cy="219075"/>
            <a:chOff x="0" y="0"/>
            <a:chExt cx="292100" cy="292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1973" cy="292100"/>
            </a:xfrm>
            <a:custGeom>
              <a:avLst/>
              <a:gdLst/>
              <a:ahLst/>
              <a:cxnLst/>
              <a:rect r="r" b="b" t="t" l="l"/>
              <a:pathLst>
                <a:path h="292100" w="291973">
                  <a:moveTo>
                    <a:pt x="146050" y="0"/>
                  </a:moveTo>
                  <a:cubicBezTo>
                    <a:pt x="126619" y="0"/>
                    <a:pt x="108077" y="3683"/>
                    <a:pt x="90170" y="11049"/>
                  </a:cubicBezTo>
                  <a:cubicBezTo>
                    <a:pt x="72263" y="18415"/>
                    <a:pt x="56515" y="29083"/>
                    <a:pt x="42799" y="42799"/>
                  </a:cubicBezTo>
                  <a:cubicBezTo>
                    <a:pt x="29083" y="56515"/>
                    <a:pt x="18542" y="72263"/>
                    <a:pt x="11049" y="90170"/>
                  </a:cubicBezTo>
                  <a:cubicBezTo>
                    <a:pt x="3556" y="108077"/>
                    <a:pt x="0" y="126619"/>
                    <a:pt x="0" y="146050"/>
                  </a:cubicBezTo>
                  <a:cubicBezTo>
                    <a:pt x="0" y="165481"/>
                    <a:pt x="3683" y="184023"/>
                    <a:pt x="11049" y="201930"/>
                  </a:cubicBezTo>
                  <a:cubicBezTo>
                    <a:pt x="18415" y="219837"/>
                    <a:pt x="28956" y="235585"/>
                    <a:pt x="42672" y="249301"/>
                  </a:cubicBezTo>
                  <a:cubicBezTo>
                    <a:pt x="56388" y="263017"/>
                    <a:pt x="72136" y="273558"/>
                    <a:pt x="90043" y="280924"/>
                  </a:cubicBezTo>
                  <a:cubicBezTo>
                    <a:pt x="107950" y="288290"/>
                    <a:pt x="126619" y="292100"/>
                    <a:pt x="145923" y="292100"/>
                  </a:cubicBezTo>
                  <a:cubicBezTo>
                    <a:pt x="165227" y="292100"/>
                    <a:pt x="183896" y="288417"/>
                    <a:pt x="201803" y="280924"/>
                  </a:cubicBezTo>
                  <a:cubicBezTo>
                    <a:pt x="219710" y="273431"/>
                    <a:pt x="235458" y="263017"/>
                    <a:pt x="249174" y="249301"/>
                  </a:cubicBezTo>
                  <a:cubicBezTo>
                    <a:pt x="262890" y="235585"/>
                    <a:pt x="273431" y="219837"/>
                    <a:pt x="280797" y="201930"/>
                  </a:cubicBezTo>
                  <a:cubicBezTo>
                    <a:pt x="288163" y="184023"/>
                    <a:pt x="291973" y="165354"/>
                    <a:pt x="291973" y="146050"/>
                  </a:cubicBezTo>
                  <a:cubicBezTo>
                    <a:pt x="291973" y="126746"/>
                    <a:pt x="288290" y="108077"/>
                    <a:pt x="280797" y="90170"/>
                  </a:cubicBezTo>
                  <a:cubicBezTo>
                    <a:pt x="273304" y="72263"/>
                    <a:pt x="262890" y="56515"/>
                    <a:pt x="249174" y="42799"/>
                  </a:cubicBezTo>
                  <a:cubicBezTo>
                    <a:pt x="235458" y="29083"/>
                    <a:pt x="219837" y="18542"/>
                    <a:pt x="201930" y="11049"/>
                  </a:cubicBezTo>
                  <a:cubicBezTo>
                    <a:pt x="184023" y="3556"/>
                    <a:pt x="165354" y="0"/>
                    <a:pt x="146050" y="0"/>
                  </a:cubicBezTo>
                  <a:close/>
                </a:path>
              </a:pathLst>
            </a:custGeom>
            <a:blipFill>
              <a:blip r:embed="rId7"/>
              <a:stretch>
                <a:fillRect l="-39" t="0" r="-86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643920" y="967007"/>
            <a:ext cx="6985843" cy="49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3440" spc="13">
                <a:solidFill>
                  <a:srgbClr val="F0FCFF"/>
                </a:solidFill>
                <a:latin typeface="Horizon"/>
                <a:ea typeface="Horizon"/>
                <a:cs typeface="Horizon"/>
                <a:sym typeface="Horizon"/>
              </a:rPr>
              <a:t>Aim of the Project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52142" y="2194693"/>
            <a:ext cx="56183" cy="47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938" y="2773604"/>
            <a:ext cx="3425056" cy="2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Variables, control flow, input/output 4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18737" y="3087929"/>
            <a:ext cx="1772841" cy="2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core building blocks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15307" y="2270893"/>
            <a:ext cx="56183" cy="39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417441" y="2697404"/>
            <a:ext cx="3275533" cy="107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Translate everyday banking tasks into </a:t>
            </a:r>
          </a:p>
          <a:p>
            <a:pPr algn="l">
              <a:lnSpc>
                <a:spcPts val="1627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program steps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70246" y="3823468"/>
            <a:ext cx="56183" cy="39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1385" y="4249979"/>
            <a:ext cx="3268489" cy="37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Design decisions, stepwise logic, and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17441" y="4249979"/>
            <a:ext cx="3395158" cy="37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Deposit,Withdraw ,Balance enquiry.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413674" y="4716704"/>
            <a:ext cx="613916" cy="21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548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testing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74019" y="3928243"/>
            <a:ext cx="2411537" cy="29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Boost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problem-solving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70002" y="2375668"/>
            <a:ext cx="2366814" cy="29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Learn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fundamentals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17441" y="2375668"/>
            <a:ext cx="2372990" cy="29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Apply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logic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to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real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life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17441" y="3928243"/>
            <a:ext cx="2731815" cy="29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Simulate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basic</a:t>
            </a:r>
            <a:r>
              <a:rPr lang="en-US" sz="1720" spc="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1720" spc="6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operations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778503" y="-5496030"/>
            <a:ext cx="22986997" cy="17986372"/>
            <a:chOff x="0" y="0"/>
            <a:chExt cx="22987000" cy="179863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778500" y="5778500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4"/>
                  </a:moveTo>
                  <a:lnTo>
                    <a:pt x="11430000" y="6429374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22860000" cy="17859375"/>
            </a:xfrm>
            <a:custGeom>
              <a:avLst/>
              <a:gdLst/>
              <a:ahLst/>
              <a:cxnLst/>
              <a:rect r="r" b="b" t="t" l="l"/>
              <a:pathLst>
                <a:path h="17859375" w="22860000">
                  <a:moveTo>
                    <a:pt x="2857500" y="12144374"/>
                  </a:moveTo>
                  <a:lnTo>
                    <a:pt x="20002500" y="12144374"/>
                  </a:lnTo>
                  <a:lnTo>
                    <a:pt x="20002500" y="15001875"/>
                  </a:lnTo>
                  <a:lnTo>
                    <a:pt x="17145000" y="15001875"/>
                  </a:lnTo>
                  <a:lnTo>
                    <a:pt x="17145000" y="2857500"/>
                  </a:lnTo>
                  <a:lnTo>
                    <a:pt x="20002500" y="2857500"/>
                  </a:lnTo>
                  <a:lnTo>
                    <a:pt x="20002500" y="5715000"/>
                  </a:lnTo>
                  <a:lnTo>
                    <a:pt x="2857500" y="5715000"/>
                  </a:lnTo>
                  <a:lnTo>
                    <a:pt x="2857500" y="2857500"/>
                  </a:lnTo>
                  <a:lnTo>
                    <a:pt x="5715000" y="2857500"/>
                  </a:lnTo>
                  <a:lnTo>
                    <a:pt x="5715000" y="15001875"/>
                  </a:lnTo>
                  <a:lnTo>
                    <a:pt x="2857500" y="15001875"/>
                  </a:lnTo>
                  <a:lnTo>
                    <a:pt x="2857500" y="12144374"/>
                  </a:lnTo>
                  <a:moveTo>
                    <a:pt x="2857500" y="17859375"/>
                  </a:moveTo>
                  <a:lnTo>
                    <a:pt x="0" y="17859375"/>
                  </a:lnTo>
                  <a:lnTo>
                    <a:pt x="0" y="15001875"/>
                  </a:lnTo>
                  <a:lnTo>
                    <a:pt x="0" y="2857500"/>
                  </a:lnTo>
                  <a:lnTo>
                    <a:pt x="0" y="0"/>
                  </a:lnTo>
                  <a:lnTo>
                    <a:pt x="2857500" y="0"/>
                  </a:lnTo>
                  <a:lnTo>
                    <a:pt x="20002500" y="0"/>
                  </a:lnTo>
                  <a:lnTo>
                    <a:pt x="22860000" y="0"/>
                  </a:lnTo>
                  <a:lnTo>
                    <a:pt x="22860000" y="2857500"/>
                  </a:lnTo>
                  <a:lnTo>
                    <a:pt x="22860000" y="15001875"/>
                  </a:lnTo>
                  <a:lnTo>
                    <a:pt x="22860000" y="17859375"/>
                  </a:lnTo>
                  <a:lnTo>
                    <a:pt x="20002500" y="17859375"/>
                  </a:lnTo>
                  <a:lnTo>
                    <a:pt x="2857500" y="178593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93827" y="1987538"/>
            <a:ext cx="3595570" cy="3686175"/>
            <a:chOff x="0" y="0"/>
            <a:chExt cx="4794093" cy="4914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94093" cy="4915027"/>
            </a:xfrm>
            <a:custGeom>
              <a:avLst/>
              <a:gdLst/>
              <a:ahLst/>
              <a:cxnLst/>
              <a:rect r="r" b="b" t="t" l="l"/>
              <a:pathLst>
                <a:path h="4915027" w="4794093">
                  <a:moveTo>
                    <a:pt x="362698" y="0"/>
                  </a:moveTo>
                  <a:cubicBezTo>
                    <a:pt x="338893" y="0"/>
                    <a:pt x="315253" y="1778"/>
                    <a:pt x="291944" y="5334"/>
                  </a:cubicBezTo>
                  <a:cubicBezTo>
                    <a:pt x="268635" y="8890"/>
                    <a:pt x="245987" y="14224"/>
                    <a:pt x="223835" y="21209"/>
                  </a:cubicBezTo>
                  <a:cubicBezTo>
                    <a:pt x="201683" y="28194"/>
                    <a:pt x="181018" y="36830"/>
                    <a:pt x="161181" y="46990"/>
                  </a:cubicBezTo>
                  <a:cubicBezTo>
                    <a:pt x="141343" y="57150"/>
                    <a:pt x="122993" y="68707"/>
                    <a:pt x="106297" y="81661"/>
                  </a:cubicBezTo>
                  <a:cubicBezTo>
                    <a:pt x="89600" y="94615"/>
                    <a:pt x="74391" y="108585"/>
                    <a:pt x="61166" y="123825"/>
                  </a:cubicBezTo>
                  <a:cubicBezTo>
                    <a:pt x="47941" y="139065"/>
                    <a:pt x="36700" y="155067"/>
                    <a:pt x="27607" y="171958"/>
                  </a:cubicBezTo>
                  <a:cubicBezTo>
                    <a:pt x="18515" y="188849"/>
                    <a:pt x="11572" y="206375"/>
                    <a:pt x="6943" y="224282"/>
                  </a:cubicBezTo>
                  <a:cubicBezTo>
                    <a:pt x="2314" y="242189"/>
                    <a:pt x="0" y="260350"/>
                    <a:pt x="0" y="278638"/>
                  </a:cubicBezTo>
                  <a:lnTo>
                    <a:pt x="0" y="4636262"/>
                  </a:lnTo>
                  <a:cubicBezTo>
                    <a:pt x="0" y="4654550"/>
                    <a:pt x="2314" y="4672711"/>
                    <a:pt x="6943" y="4690618"/>
                  </a:cubicBezTo>
                  <a:cubicBezTo>
                    <a:pt x="11572" y="4708525"/>
                    <a:pt x="18515" y="4725924"/>
                    <a:pt x="27607" y="4742942"/>
                  </a:cubicBezTo>
                  <a:cubicBezTo>
                    <a:pt x="36700" y="4759960"/>
                    <a:pt x="47941" y="4775962"/>
                    <a:pt x="61166" y="4791075"/>
                  </a:cubicBezTo>
                  <a:cubicBezTo>
                    <a:pt x="74391" y="4806188"/>
                    <a:pt x="89435" y="4820412"/>
                    <a:pt x="106297" y="4833366"/>
                  </a:cubicBezTo>
                  <a:cubicBezTo>
                    <a:pt x="123159" y="4846320"/>
                    <a:pt x="141508" y="4857877"/>
                    <a:pt x="161346" y="4868037"/>
                  </a:cubicBezTo>
                  <a:cubicBezTo>
                    <a:pt x="181184" y="4878197"/>
                    <a:pt x="202013" y="4886833"/>
                    <a:pt x="224000" y="4893818"/>
                  </a:cubicBezTo>
                  <a:cubicBezTo>
                    <a:pt x="245987" y="4900803"/>
                    <a:pt x="268635" y="4906137"/>
                    <a:pt x="292109" y="4909693"/>
                  </a:cubicBezTo>
                  <a:cubicBezTo>
                    <a:pt x="315088" y="4913249"/>
                    <a:pt x="338232" y="4915027"/>
                    <a:pt x="361541" y="4915027"/>
                  </a:cubicBezTo>
                  <a:lnTo>
                    <a:pt x="4432718" y="4915027"/>
                  </a:lnTo>
                  <a:cubicBezTo>
                    <a:pt x="4456027" y="4914900"/>
                    <a:pt x="4479171" y="4913122"/>
                    <a:pt x="4502150" y="4909693"/>
                  </a:cubicBezTo>
                  <a:cubicBezTo>
                    <a:pt x="4525459" y="4906137"/>
                    <a:pt x="4548107" y="4900803"/>
                    <a:pt x="4570259" y="4893818"/>
                  </a:cubicBezTo>
                  <a:cubicBezTo>
                    <a:pt x="4592411" y="4886833"/>
                    <a:pt x="4613075" y="4878197"/>
                    <a:pt x="4632913" y="4868037"/>
                  </a:cubicBezTo>
                  <a:cubicBezTo>
                    <a:pt x="4652750" y="4857877"/>
                    <a:pt x="4671101" y="4846320"/>
                    <a:pt x="4687797" y="4833366"/>
                  </a:cubicBezTo>
                  <a:cubicBezTo>
                    <a:pt x="4704493" y="4820412"/>
                    <a:pt x="4719702" y="4806315"/>
                    <a:pt x="4732927" y="4791075"/>
                  </a:cubicBezTo>
                  <a:cubicBezTo>
                    <a:pt x="4746152" y="4775835"/>
                    <a:pt x="4757394" y="4759833"/>
                    <a:pt x="4766486" y="4742942"/>
                  </a:cubicBezTo>
                  <a:cubicBezTo>
                    <a:pt x="4775578" y="4726051"/>
                    <a:pt x="4782522" y="4708652"/>
                    <a:pt x="4787150" y="4690618"/>
                  </a:cubicBezTo>
                  <a:cubicBezTo>
                    <a:pt x="4791779" y="4672584"/>
                    <a:pt x="4794093" y="4654550"/>
                    <a:pt x="4794093" y="4636262"/>
                  </a:cubicBezTo>
                  <a:lnTo>
                    <a:pt x="4794093" y="278638"/>
                  </a:lnTo>
                  <a:cubicBezTo>
                    <a:pt x="4794093" y="260350"/>
                    <a:pt x="4791779" y="242189"/>
                    <a:pt x="4787150" y="224282"/>
                  </a:cubicBezTo>
                  <a:cubicBezTo>
                    <a:pt x="4782522" y="206375"/>
                    <a:pt x="4775578" y="188849"/>
                    <a:pt x="4766486" y="171958"/>
                  </a:cubicBezTo>
                  <a:cubicBezTo>
                    <a:pt x="4757394" y="155067"/>
                    <a:pt x="4746152" y="139065"/>
                    <a:pt x="4732927" y="123825"/>
                  </a:cubicBezTo>
                  <a:cubicBezTo>
                    <a:pt x="4719702" y="108585"/>
                    <a:pt x="4704659" y="94488"/>
                    <a:pt x="4687797" y="81661"/>
                  </a:cubicBezTo>
                  <a:cubicBezTo>
                    <a:pt x="4670935" y="68834"/>
                    <a:pt x="4652585" y="57150"/>
                    <a:pt x="4632913" y="46990"/>
                  </a:cubicBezTo>
                  <a:cubicBezTo>
                    <a:pt x="4613241" y="36830"/>
                    <a:pt x="4592245" y="28194"/>
                    <a:pt x="4570259" y="21209"/>
                  </a:cubicBezTo>
                  <a:cubicBezTo>
                    <a:pt x="4548272" y="14224"/>
                    <a:pt x="4525624" y="8890"/>
                    <a:pt x="4502150" y="5334"/>
                  </a:cubicBezTo>
                  <a:cubicBezTo>
                    <a:pt x="4478675" y="1778"/>
                    <a:pt x="4455201" y="0"/>
                    <a:pt x="4431395" y="0"/>
                  </a:cubicBezTo>
                  <a:close/>
                </a:path>
              </a:pathLst>
            </a:custGeom>
            <a:blipFill>
              <a:blip r:embed="rId4"/>
              <a:stretch>
                <a:fillRect l="-1261" t="0" r="-126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98947" y="5518142"/>
            <a:ext cx="6518272" cy="155572"/>
            <a:chOff x="0" y="0"/>
            <a:chExt cx="6518275" cy="155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6391275" cy="28575"/>
            </a:xfrm>
            <a:custGeom>
              <a:avLst/>
              <a:gdLst/>
              <a:ahLst/>
              <a:cxnLst/>
              <a:rect r="r" b="b" t="t" l="l"/>
              <a:pathLst>
                <a:path h="28575" w="6391275">
                  <a:moveTo>
                    <a:pt x="0" y="28575"/>
                  </a:moveTo>
                  <a:lnTo>
                    <a:pt x="6391275" y="28575"/>
                  </a:lnTo>
                  <a:lnTo>
                    <a:pt x="63912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4E6">
                <a:alpha val="25098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82550"/>
              <a:ext cx="6391275" cy="9525"/>
            </a:xfrm>
            <a:custGeom>
              <a:avLst/>
              <a:gdLst/>
              <a:ahLst/>
              <a:cxnLst/>
              <a:rect r="r" b="b" t="t" l="l"/>
              <a:pathLst>
                <a:path h="9525" w="6391275">
                  <a:moveTo>
                    <a:pt x="0" y="9525"/>
                  </a:moveTo>
                  <a:lnTo>
                    <a:pt x="6391275" y="9525"/>
                  </a:lnTo>
                  <a:lnTo>
                    <a:pt x="63912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D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298947" y="3064497"/>
            <a:ext cx="6518272" cy="1132027"/>
          </a:xfrm>
          <a:custGeom>
            <a:avLst/>
            <a:gdLst/>
            <a:ahLst/>
            <a:cxnLst/>
            <a:rect r="r" b="b" t="t" l="l"/>
            <a:pathLst>
              <a:path h="1132027" w="6518272">
                <a:moveTo>
                  <a:pt x="0" y="0"/>
                </a:moveTo>
                <a:lnTo>
                  <a:pt x="6518272" y="0"/>
                </a:lnTo>
                <a:lnTo>
                  <a:pt x="6518272" y="1132028"/>
                </a:lnTo>
                <a:lnTo>
                  <a:pt x="0" y="11320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8334" y="1043388"/>
            <a:ext cx="9700692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3224" spc="12">
                <a:solidFill>
                  <a:srgbClr val="F0FCFF"/>
                </a:solidFill>
                <a:latin typeface="Horizon"/>
                <a:ea typeface="Horizon"/>
                <a:cs typeface="Horizon"/>
                <a:sym typeface="Horizon"/>
              </a:rPr>
              <a:t>Advantages of the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90896" y="1672580"/>
            <a:ext cx="47774" cy="39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1462" spc="5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01792" y="3477625"/>
            <a:ext cx="91678" cy="28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spc="7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35902" y="3473015"/>
            <a:ext cx="136699" cy="28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spc="7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6475" y="3477625"/>
            <a:ext cx="136475" cy="28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spc="7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62716" y="3473015"/>
            <a:ext cx="132904" cy="28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spc="7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84979" y="1720205"/>
            <a:ext cx="1702753" cy="35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462" spc="19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Easy to implement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18630" y="2098015"/>
            <a:ext cx="37281" cy="32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66670" y="4177665"/>
            <a:ext cx="1955453" cy="35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462" spc="5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Real-world relevance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62233" y="4555465"/>
            <a:ext cx="37281" cy="32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35748" y="1720205"/>
            <a:ext cx="1593652" cy="35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462" spc="5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Strengthens logic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27006" y="2098015"/>
            <a:ext cx="37281" cy="32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05863" y="4177665"/>
            <a:ext cx="1494458" cy="35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462" spc="5">
                <a:solidFill>
                  <a:srgbClr val="E0E4E6"/>
                </a:solidFill>
                <a:latin typeface="Fredoka"/>
                <a:ea typeface="Fredoka"/>
                <a:cs typeface="Fredoka"/>
                <a:sym typeface="Fredoka"/>
              </a:rPr>
              <a:t>Solid foundation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70582" y="4555465"/>
            <a:ext cx="37281" cy="32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61732" y="2183740"/>
            <a:ext cx="2119922" cy="71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Minimal syntax, no advanced features — ideal for beginners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88276" y="2183740"/>
            <a:ext cx="1761306" cy="23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Branching and loops to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14600" y="2431390"/>
            <a:ext cx="1938338" cy="23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handle deposit/withdraw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21241" y="2679040"/>
            <a:ext cx="404217" cy="23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flows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92260" y="4641190"/>
            <a:ext cx="2051876" cy="71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Show show programs model everyday tasks like banking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04196" y="4641190"/>
            <a:ext cx="2166789" cy="23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Prepares students for arrays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48877" y="4888840"/>
            <a:ext cx="1420416" cy="23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16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and functions later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11556997" cy="7108822"/>
            <a:chOff x="0" y="0"/>
            <a:chExt cx="11557000" cy="7108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981826"/>
            </a:xfrm>
            <a:custGeom>
              <a:avLst/>
              <a:gdLst/>
              <a:ahLst/>
              <a:cxnLst/>
              <a:rect r="r" b="b" t="t" l="l"/>
              <a:pathLst>
                <a:path h="6981826" w="11430000">
                  <a:moveTo>
                    <a:pt x="0" y="0"/>
                  </a:moveTo>
                  <a:lnTo>
                    <a:pt x="0" y="6981826"/>
                  </a:lnTo>
                  <a:lnTo>
                    <a:pt x="11430000" y="69818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981826"/>
            </a:xfrm>
            <a:custGeom>
              <a:avLst/>
              <a:gdLst/>
              <a:ahLst/>
              <a:cxnLst/>
              <a:rect r="r" b="b" t="t" l="l"/>
              <a:pathLst>
                <a:path h="6981826" w="11430000">
                  <a:moveTo>
                    <a:pt x="0" y="0"/>
                  </a:moveTo>
                  <a:lnTo>
                    <a:pt x="0" y="6981826"/>
                  </a:lnTo>
                  <a:lnTo>
                    <a:pt x="11430000" y="69818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-1"/>
            <a:ext cx="11430000" cy="6981825"/>
            <a:chOff x="0" y="0"/>
            <a:chExt cx="15240000" cy="930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0" cy="9309100"/>
            </a:xfrm>
            <a:custGeom>
              <a:avLst/>
              <a:gdLst/>
              <a:ahLst/>
              <a:cxnLst/>
              <a:rect r="r" b="b" t="t" l="l"/>
              <a:pathLst>
                <a:path h="93091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309100"/>
                  </a:lnTo>
                  <a:lnTo>
                    <a:pt x="0" y="930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7081374" y="-15442616"/>
            <a:ext cx="34035741" cy="20935717"/>
          </a:xfrm>
          <a:custGeom>
            <a:avLst/>
            <a:gdLst/>
            <a:ahLst/>
            <a:cxnLst/>
            <a:rect r="r" b="b" t="t" l="l"/>
            <a:pathLst>
              <a:path h="20935717" w="34035741">
                <a:moveTo>
                  <a:pt x="0" y="0"/>
                </a:moveTo>
                <a:lnTo>
                  <a:pt x="34035741" y="0"/>
                </a:lnTo>
                <a:lnTo>
                  <a:pt x="34035741" y="20935718"/>
                </a:lnTo>
                <a:lnTo>
                  <a:pt x="0" y="20935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19987" y="1229605"/>
            <a:ext cx="5020364" cy="5424755"/>
          </a:xfrm>
          <a:custGeom>
            <a:avLst/>
            <a:gdLst/>
            <a:ahLst/>
            <a:cxnLst/>
            <a:rect r="r" b="b" t="t" l="l"/>
            <a:pathLst>
              <a:path h="5424755" w="5020364">
                <a:moveTo>
                  <a:pt x="0" y="0"/>
                </a:moveTo>
                <a:lnTo>
                  <a:pt x="5020364" y="0"/>
                </a:lnTo>
                <a:lnTo>
                  <a:pt x="5020364" y="5424755"/>
                </a:lnTo>
                <a:lnTo>
                  <a:pt x="0" y="5424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954165" y="2846979"/>
            <a:ext cx="365760" cy="257291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44091" y="1168073"/>
            <a:ext cx="3513211" cy="54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503256" y="1319474"/>
            <a:ext cx="853827" cy="38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291" spc="183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Start</a:t>
            </a:r>
          </a:p>
        </p:txBody>
      </p:sp>
      <p:sp>
        <p:nvSpPr>
          <p:cNvPr name="TextBox 12" id="12"/>
          <p:cNvSpPr txBox="true"/>
          <p:nvPr/>
        </p:nvSpPr>
        <p:spPr>
          <a:xfrm rot="-157329">
            <a:off x="4202495" y="4242472"/>
            <a:ext cx="3866921" cy="96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091" spc="167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Process Transaction </a:t>
            </a:r>
          </a:p>
          <a:p>
            <a:pPr algn="l">
              <a:lnSpc>
                <a:spcPts val="2368"/>
              </a:lnSpc>
            </a:pPr>
            <a:r>
              <a:rPr lang="en-US" sz="1691" spc="67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(Deposit/Withdraw/Check)</a:t>
            </a:r>
          </a:p>
          <a:p>
            <a:pPr algn="l">
              <a:lnSpc>
                <a:spcPts val="236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857301" y="5626452"/>
            <a:ext cx="2842022" cy="112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sz="2191" spc="175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Repeat Until User </a:t>
            </a:r>
          </a:p>
          <a:p>
            <a:pPr algn="l">
              <a:lnSpc>
                <a:spcPts val="3068"/>
              </a:lnSpc>
            </a:pPr>
            <a:r>
              <a:rPr lang="en-US" sz="2191" spc="175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Selects Exit</a:t>
            </a:r>
          </a:p>
          <a:p>
            <a:pPr algn="l">
              <a:lnSpc>
                <a:spcPts val="306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4432" y="33598"/>
            <a:ext cx="11141136" cy="69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  <a:spcBef>
                <a:spcPct val="0"/>
              </a:spcBef>
            </a:pPr>
            <a:r>
              <a:rPr lang="en-US" sz="2999" spc="-7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</a:t>
            </a:r>
            <a:r>
              <a:rPr lang="en-US" sz="2999" spc="-7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ogram Algorithm: Step-by-Step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13" y="637429"/>
            <a:ext cx="5923256" cy="36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1599" spc="63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“A l</a:t>
            </a:r>
            <a:r>
              <a:rPr lang="en-US" sz="1599" spc="63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ogical flow to guide the banking simulation.”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17397" y="2170170"/>
            <a:ext cx="3225545" cy="78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8"/>
              </a:lnSpc>
              <a:spcBef>
                <a:spcPct val="0"/>
              </a:spcBef>
            </a:pPr>
            <a:r>
              <a:rPr lang="en-US" sz="1919" spc="-47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Initialize Acc</a:t>
            </a:r>
            <a:r>
              <a:rPr lang="en-US" sz="1919" spc="-47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ount Balance</a:t>
            </a:r>
          </a:p>
          <a:p>
            <a:pPr algn="ctr">
              <a:lnSpc>
                <a:spcPts val="2563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-291592">
            <a:off x="3690505" y="3245287"/>
            <a:ext cx="4468838" cy="77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3"/>
              </a:lnSpc>
              <a:spcBef>
                <a:spcPct val="0"/>
              </a:spcBef>
            </a:pPr>
            <a:r>
              <a:rPr lang="en-US" sz="1762" spc="7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Display Menu and Get User Choice</a:t>
            </a:r>
          </a:p>
          <a:p>
            <a:pPr algn="ctr">
              <a:lnSpc>
                <a:spcPts val="3035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508503" y="5635941"/>
            <a:ext cx="2476277" cy="65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1"/>
              </a:lnSpc>
              <a:spcBef>
                <a:spcPct val="0"/>
              </a:spcBef>
            </a:pPr>
            <a:r>
              <a:rPr lang="en-US" sz="2899" spc="-72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End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721304" y="1858814"/>
            <a:ext cx="417731" cy="304362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955322" y="3932731"/>
            <a:ext cx="360762" cy="253775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285539" y="5103943"/>
            <a:ext cx="372332" cy="261914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15435" y="5880364"/>
            <a:ext cx="674411" cy="462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0958"/>
            <a:ext cx="11430000" cy="6743443"/>
            <a:chOff x="0" y="0"/>
            <a:chExt cx="15240000" cy="8991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991219"/>
            </a:xfrm>
            <a:custGeom>
              <a:avLst/>
              <a:gdLst/>
              <a:ahLst/>
              <a:cxnLst/>
              <a:rect r="r" b="b" t="t" l="l"/>
              <a:pathLst>
                <a:path h="89912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991219"/>
                  </a:lnTo>
                  <a:lnTo>
                    <a:pt x="0" y="899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0958"/>
            <a:ext cx="11430000" cy="6743443"/>
            <a:chOff x="0" y="0"/>
            <a:chExt cx="15240000" cy="89912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991219"/>
            </a:xfrm>
            <a:custGeom>
              <a:avLst/>
              <a:gdLst/>
              <a:ahLst/>
              <a:cxnLst/>
              <a:rect r="r" b="b" t="t" l="l"/>
              <a:pathLst>
                <a:path h="89912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991219"/>
                  </a:lnTo>
                  <a:lnTo>
                    <a:pt x="0" y="899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5778503" y="-5657802"/>
            <a:ext cx="22986997" cy="18300697"/>
          </a:xfrm>
          <a:custGeom>
            <a:avLst/>
            <a:gdLst/>
            <a:ahLst/>
            <a:cxnLst/>
            <a:rect r="r" b="b" t="t" l="l"/>
            <a:pathLst>
              <a:path h="18300697" w="22986997">
                <a:moveTo>
                  <a:pt x="0" y="0"/>
                </a:moveTo>
                <a:lnTo>
                  <a:pt x="22986997" y="0"/>
                </a:lnTo>
                <a:lnTo>
                  <a:pt x="22986997" y="18300696"/>
                </a:lnTo>
                <a:lnTo>
                  <a:pt x="0" y="18300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443" y="395815"/>
            <a:ext cx="6687815" cy="31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3"/>
              </a:lnSpc>
            </a:pPr>
            <a:r>
              <a:rPr lang="en-US" sz="2902" spc="23">
                <a:solidFill>
                  <a:srgbClr val="F0FCFF"/>
                </a:solidFill>
                <a:latin typeface="Horizon"/>
                <a:ea typeface="Horizon"/>
                <a:cs typeface="Horizon"/>
                <a:sym typeface="Horizon"/>
              </a:rPr>
              <a:t>Program Flowchart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0999" y="811292"/>
            <a:ext cx="26789" cy="26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945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0443" y="795045"/>
            <a:ext cx="4581897" cy="265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“</a:t>
            </a: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Visualising</a:t>
            </a:r>
            <a:r>
              <a:rPr lang="en-US" sz="154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the</a:t>
            </a:r>
            <a:r>
              <a:rPr lang="en-US" sz="154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journey</a:t>
            </a:r>
            <a:r>
              <a:rPr lang="en-US" sz="154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through</a:t>
            </a:r>
            <a:r>
              <a:rPr lang="en-US" sz="154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our</a:t>
            </a:r>
            <a:r>
              <a:rPr lang="en-US" sz="154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bank</a:t>
            </a:r>
            <a:r>
              <a:rPr lang="en-US" sz="154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</a:t>
            </a:r>
            <a:r>
              <a:rPr lang="en-US" sz="1545">
                <a:solidFill>
                  <a:srgbClr val="E0E4E6"/>
                </a:solidFill>
                <a:latin typeface="Lilita One"/>
                <a:ea typeface="Lilita One"/>
                <a:cs typeface="Lilita One"/>
                <a:sym typeface="Lilita One"/>
              </a:rPr>
              <a:t>simulation”.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02605" y="3976678"/>
            <a:ext cx="1468859" cy="32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667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Display Menu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52804" y="4301576"/>
            <a:ext cx="42565" cy="29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02605" y="2780128"/>
            <a:ext cx="1396231" cy="32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667" spc="11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User Choice?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75362" y="3105007"/>
            <a:ext cx="42565" cy="29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02605" y="1583579"/>
            <a:ext cx="1612032" cy="32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667" spc="11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Process 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89719" y="1908477"/>
            <a:ext cx="42565" cy="29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13197" y="5173228"/>
            <a:ext cx="1893615" cy="32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667" spc="10">
                <a:solidFill>
                  <a:srgbClr val="E0E4E6"/>
                </a:solidFill>
                <a:latin typeface="Yeseva One"/>
                <a:ea typeface="Yeseva One"/>
                <a:cs typeface="Yeseva One"/>
                <a:sym typeface="Yeseva One"/>
              </a:rPr>
              <a:t>Initialize Balance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94137" y="5498116"/>
            <a:ext cx="42565" cy="29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13197" y="5526691"/>
            <a:ext cx="1520800" cy="27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Set</a:t>
            </a:r>
            <a:r>
              <a:rPr lang="en-US" sz="1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starting</a:t>
            </a:r>
            <a:r>
              <a:rPr lang="en-US" sz="1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funds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02605" y="3133582"/>
            <a:ext cx="1591345" cy="27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Decide</a:t>
            </a:r>
            <a:r>
              <a:rPr lang="en-US" sz="1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next</a:t>
            </a:r>
            <a:r>
              <a:rPr lang="en-US" sz="1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02605" y="1937052"/>
            <a:ext cx="2725936" cy="27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Deposit,withdraw,check, or exit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02605" y="4330151"/>
            <a:ext cx="2984971" cy="27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E0E4E6"/>
                </a:solidFill>
                <a:latin typeface="Alice"/>
                <a:ea typeface="Alice"/>
                <a:cs typeface="Alice"/>
                <a:sym typeface="Alice"/>
              </a:rPr>
              <a:t>Showdeposit,withdraw, check, exit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2013102">
            <a:off x="-23935187" y="-20139738"/>
            <a:ext cx="65468913" cy="51226710"/>
          </a:xfrm>
          <a:custGeom>
            <a:avLst/>
            <a:gdLst/>
            <a:ahLst/>
            <a:cxnLst/>
            <a:rect r="r" b="b" t="t" l="l"/>
            <a:pathLst>
              <a:path h="51226710" w="65468913">
                <a:moveTo>
                  <a:pt x="0" y="0"/>
                </a:moveTo>
                <a:lnTo>
                  <a:pt x="65468913" y="0"/>
                </a:lnTo>
                <a:lnTo>
                  <a:pt x="65468913" y="51226710"/>
                </a:lnTo>
                <a:lnTo>
                  <a:pt x="0" y="51226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7736" y="1463928"/>
            <a:ext cx="4772429" cy="4587271"/>
          </a:xfrm>
          <a:custGeom>
            <a:avLst/>
            <a:gdLst/>
            <a:ahLst/>
            <a:cxnLst/>
            <a:rect r="r" b="b" t="t" l="l"/>
            <a:pathLst>
              <a:path h="4587271" w="4772429">
                <a:moveTo>
                  <a:pt x="0" y="0"/>
                </a:moveTo>
                <a:lnTo>
                  <a:pt x="4772429" y="0"/>
                </a:lnTo>
                <a:lnTo>
                  <a:pt x="4772429" y="4587272"/>
                </a:lnTo>
                <a:lnTo>
                  <a:pt x="0" y="45872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888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15000" y="1480961"/>
            <a:ext cx="5071080" cy="4553205"/>
          </a:xfrm>
          <a:custGeom>
            <a:avLst/>
            <a:gdLst/>
            <a:ahLst/>
            <a:cxnLst/>
            <a:rect r="r" b="b" t="t" l="l"/>
            <a:pathLst>
              <a:path h="4553205" w="5071080">
                <a:moveTo>
                  <a:pt x="0" y="0"/>
                </a:moveTo>
                <a:lnTo>
                  <a:pt x="5071080" y="0"/>
                </a:lnTo>
                <a:lnTo>
                  <a:pt x="5071080" y="4553206"/>
                </a:lnTo>
                <a:lnTo>
                  <a:pt x="0" y="45532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660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7736" y="495133"/>
            <a:ext cx="7640464" cy="53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2919" spc="17">
                <a:solidFill>
                  <a:srgbClr val="F0FCFF"/>
                </a:solidFill>
                <a:latin typeface="Horizon"/>
                <a:ea typeface="Horizon"/>
                <a:cs typeface="Horizon"/>
                <a:sym typeface="Horizon"/>
              </a:rPr>
              <a:t>Bank Simulation: C Code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778503" y="-5496030"/>
            <a:ext cx="22986997" cy="17986372"/>
            <a:chOff x="0" y="0"/>
            <a:chExt cx="22987000" cy="179863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778500" y="5778500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4"/>
                  </a:moveTo>
                  <a:lnTo>
                    <a:pt x="11430000" y="6429374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22860000" cy="17859375"/>
            </a:xfrm>
            <a:custGeom>
              <a:avLst/>
              <a:gdLst/>
              <a:ahLst/>
              <a:cxnLst/>
              <a:rect r="r" b="b" t="t" l="l"/>
              <a:pathLst>
                <a:path h="17859375" w="22860000">
                  <a:moveTo>
                    <a:pt x="2857500" y="12144374"/>
                  </a:moveTo>
                  <a:lnTo>
                    <a:pt x="20002500" y="12144374"/>
                  </a:lnTo>
                  <a:lnTo>
                    <a:pt x="20002500" y="15001875"/>
                  </a:lnTo>
                  <a:lnTo>
                    <a:pt x="17145000" y="15001875"/>
                  </a:lnTo>
                  <a:lnTo>
                    <a:pt x="17145000" y="2857500"/>
                  </a:lnTo>
                  <a:lnTo>
                    <a:pt x="20002500" y="2857500"/>
                  </a:lnTo>
                  <a:lnTo>
                    <a:pt x="20002500" y="5715000"/>
                  </a:lnTo>
                  <a:lnTo>
                    <a:pt x="2857500" y="5715000"/>
                  </a:lnTo>
                  <a:lnTo>
                    <a:pt x="2857500" y="2857500"/>
                  </a:lnTo>
                  <a:lnTo>
                    <a:pt x="5715000" y="2857500"/>
                  </a:lnTo>
                  <a:lnTo>
                    <a:pt x="5715000" y="15001875"/>
                  </a:lnTo>
                  <a:lnTo>
                    <a:pt x="2857500" y="15001875"/>
                  </a:lnTo>
                  <a:lnTo>
                    <a:pt x="2857500" y="12144374"/>
                  </a:lnTo>
                  <a:moveTo>
                    <a:pt x="2857500" y="17859375"/>
                  </a:moveTo>
                  <a:lnTo>
                    <a:pt x="0" y="17859375"/>
                  </a:lnTo>
                  <a:lnTo>
                    <a:pt x="0" y="15001875"/>
                  </a:lnTo>
                  <a:lnTo>
                    <a:pt x="0" y="2857500"/>
                  </a:lnTo>
                  <a:lnTo>
                    <a:pt x="0" y="0"/>
                  </a:lnTo>
                  <a:lnTo>
                    <a:pt x="2857500" y="0"/>
                  </a:lnTo>
                  <a:lnTo>
                    <a:pt x="20002500" y="0"/>
                  </a:lnTo>
                  <a:lnTo>
                    <a:pt x="22860000" y="0"/>
                  </a:lnTo>
                  <a:lnTo>
                    <a:pt x="22860000" y="2857500"/>
                  </a:lnTo>
                  <a:lnTo>
                    <a:pt x="22860000" y="15001875"/>
                  </a:lnTo>
                  <a:lnTo>
                    <a:pt x="22860000" y="17859375"/>
                  </a:lnTo>
                  <a:lnTo>
                    <a:pt x="20002500" y="17859375"/>
                  </a:lnTo>
                  <a:lnTo>
                    <a:pt x="2857500" y="178593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389531" y="53502"/>
            <a:ext cx="12059938" cy="6794087"/>
            <a:chOff x="0" y="0"/>
            <a:chExt cx="8662208" cy="48799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62335" cy="4880068"/>
            </a:xfrm>
            <a:custGeom>
              <a:avLst/>
              <a:gdLst/>
              <a:ahLst/>
              <a:cxnLst/>
              <a:rect r="r" b="b" t="t" l="l"/>
              <a:pathLst>
                <a:path h="4880068" w="8662335">
                  <a:moveTo>
                    <a:pt x="333129" y="0"/>
                  </a:moveTo>
                  <a:cubicBezTo>
                    <a:pt x="311437" y="0"/>
                    <a:pt x="289889" y="2140"/>
                    <a:pt x="268629" y="6421"/>
                  </a:cubicBezTo>
                  <a:cubicBezTo>
                    <a:pt x="247081" y="10702"/>
                    <a:pt x="226252" y="16980"/>
                    <a:pt x="205997" y="25256"/>
                  </a:cubicBezTo>
                  <a:cubicBezTo>
                    <a:pt x="185742" y="33532"/>
                    <a:pt x="166493" y="43805"/>
                    <a:pt x="148249" y="55934"/>
                  </a:cubicBezTo>
                  <a:cubicBezTo>
                    <a:pt x="130005" y="68062"/>
                    <a:pt x="113198" y="81760"/>
                    <a:pt x="97683" y="97028"/>
                  </a:cubicBezTo>
                  <a:cubicBezTo>
                    <a:pt x="82169" y="112296"/>
                    <a:pt x="68378" y="129276"/>
                    <a:pt x="56312" y="147254"/>
                  </a:cubicBezTo>
                  <a:cubicBezTo>
                    <a:pt x="44245" y="165233"/>
                    <a:pt x="33902" y="184496"/>
                    <a:pt x="25426" y="204615"/>
                  </a:cubicBezTo>
                  <a:cubicBezTo>
                    <a:pt x="16951" y="224734"/>
                    <a:pt x="10630" y="245424"/>
                    <a:pt x="6464" y="266827"/>
                  </a:cubicBezTo>
                  <a:cubicBezTo>
                    <a:pt x="2298" y="288230"/>
                    <a:pt x="0" y="309776"/>
                    <a:pt x="0" y="331465"/>
                  </a:cubicBezTo>
                  <a:lnTo>
                    <a:pt x="0" y="4548476"/>
                  </a:lnTo>
                  <a:cubicBezTo>
                    <a:pt x="0" y="4570307"/>
                    <a:pt x="2155" y="4591854"/>
                    <a:pt x="6464" y="4613114"/>
                  </a:cubicBezTo>
                  <a:cubicBezTo>
                    <a:pt x="10774" y="4634374"/>
                    <a:pt x="17095" y="4655207"/>
                    <a:pt x="25426" y="4675326"/>
                  </a:cubicBezTo>
                  <a:cubicBezTo>
                    <a:pt x="33758" y="4695445"/>
                    <a:pt x="44101" y="4714566"/>
                    <a:pt x="56312" y="4732687"/>
                  </a:cubicBezTo>
                  <a:cubicBezTo>
                    <a:pt x="68522" y="4750808"/>
                    <a:pt x="82313" y="4767503"/>
                    <a:pt x="97827" y="4782913"/>
                  </a:cubicBezTo>
                  <a:cubicBezTo>
                    <a:pt x="113341" y="4798324"/>
                    <a:pt x="130149" y="4812022"/>
                    <a:pt x="148392" y="4824150"/>
                  </a:cubicBezTo>
                  <a:cubicBezTo>
                    <a:pt x="166636" y="4836279"/>
                    <a:pt x="185886" y="4846410"/>
                    <a:pt x="206140" y="4854828"/>
                  </a:cubicBezTo>
                  <a:cubicBezTo>
                    <a:pt x="226395" y="4863247"/>
                    <a:pt x="247225" y="4869382"/>
                    <a:pt x="268773" y="4873663"/>
                  </a:cubicBezTo>
                  <a:cubicBezTo>
                    <a:pt x="290320" y="4877944"/>
                    <a:pt x="312012" y="4880068"/>
                    <a:pt x="333847" y="4880068"/>
                  </a:cubicBezTo>
                  <a:lnTo>
                    <a:pt x="8328505" y="4880068"/>
                  </a:lnTo>
                  <a:cubicBezTo>
                    <a:pt x="8350484" y="4880068"/>
                    <a:pt x="8372175" y="4877944"/>
                    <a:pt x="8393580" y="4873663"/>
                  </a:cubicBezTo>
                  <a:cubicBezTo>
                    <a:pt x="8414983" y="4869382"/>
                    <a:pt x="8435956" y="4863104"/>
                    <a:pt x="8456212" y="4854828"/>
                  </a:cubicBezTo>
                  <a:cubicBezTo>
                    <a:pt x="8476466" y="4846553"/>
                    <a:pt x="8495716" y="4836279"/>
                    <a:pt x="8513959" y="4824150"/>
                  </a:cubicBezTo>
                  <a:cubicBezTo>
                    <a:pt x="8532203" y="4812022"/>
                    <a:pt x="8549010" y="4798324"/>
                    <a:pt x="8564525" y="4782913"/>
                  </a:cubicBezTo>
                  <a:cubicBezTo>
                    <a:pt x="8580039" y="4767503"/>
                    <a:pt x="8593830" y="4750808"/>
                    <a:pt x="8606041" y="4732687"/>
                  </a:cubicBezTo>
                  <a:cubicBezTo>
                    <a:pt x="8618251" y="4714566"/>
                    <a:pt x="8628450" y="4695445"/>
                    <a:pt x="8636926" y="4675326"/>
                  </a:cubicBezTo>
                  <a:cubicBezTo>
                    <a:pt x="8645401" y="4655207"/>
                    <a:pt x="8651578" y="4634518"/>
                    <a:pt x="8655887" y="4613114"/>
                  </a:cubicBezTo>
                  <a:cubicBezTo>
                    <a:pt x="8660198" y="4591711"/>
                    <a:pt x="8662335" y="4570165"/>
                    <a:pt x="8662335" y="4548476"/>
                  </a:cubicBezTo>
                  <a:lnTo>
                    <a:pt x="8662335" y="331465"/>
                  </a:lnTo>
                  <a:cubicBezTo>
                    <a:pt x="8662335" y="309634"/>
                    <a:pt x="8660198" y="288088"/>
                    <a:pt x="8655887" y="266827"/>
                  </a:cubicBezTo>
                  <a:cubicBezTo>
                    <a:pt x="8651578" y="245567"/>
                    <a:pt x="8645257" y="224734"/>
                    <a:pt x="8636926" y="204615"/>
                  </a:cubicBezTo>
                  <a:cubicBezTo>
                    <a:pt x="8628594" y="184496"/>
                    <a:pt x="8618251" y="165376"/>
                    <a:pt x="8606041" y="147254"/>
                  </a:cubicBezTo>
                  <a:cubicBezTo>
                    <a:pt x="8593830" y="129133"/>
                    <a:pt x="8580039" y="112438"/>
                    <a:pt x="8564525" y="97028"/>
                  </a:cubicBezTo>
                  <a:cubicBezTo>
                    <a:pt x="8549010" y="81618"/>
                    <a:pt x="8532203" y="67920"/>
                    <a:pt x="8513959" y="55791"/>
                  </a:cubicBezTo>
                  <a:cubicBezTo>
                    <a:pt x="8495716" y="43663"/>
                    <a:pt x="8476466" y="33532"/>
                    <a:pt x="8456212" y="25113"/>
                  </a:cubicBezTo>
                  <a:cubicBezTo>
                    <a:pt x="8435956" y="16695"/>
                    <a:pt x="8415127" y="10559"/>
                    <a:pt x="8393578" y="6421"/>
                  </a:cubicBezTo>
                  <a:cubicBezTo>
                    <a:pt x="8372318" y="2140"/>
                    <a:pt x="8350771" y="143"/>
                    <a:pt x="8329079" y="0"/>
                  </a:cubicBezTo>
                  <a:close/>
                </a:path>
              </a:pathLst>
            </a:custGeom>
            <a:blipFill>
              <a:blip r:embed="rId4">
                <a:alphaModFix amt="46000"/>
              </a:blip>
              <a:stretch>
                <a:fillRect l="-1" t="-339" r="0" b="-33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4111" y="5302977"/>
            <a:ext cx="265509" cy="227543"/>
            <a:chOff x="0" y="0"/>
            <a:chExt cx="265506" cy="227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32"/>
              <a:ext cx="265523" cy="227603"/>
            </a:xfrm>
            <a:custGeom>
              <a:avLst/>
              <a:gdLst/>
              <a:ahLst/>
              <a:cxnLst/>
              <a:rect r="r" b="b" t="t" l="l"/>
              <a:pathLst>
                <a:path h="227603" w="265523">
                  <a:moveTo>
                    <a:pt x="262761" y="120492"/>
                  </a:moveTo>
                  <a:cubicBezTo>
                    <a:pt x="266444" y="116809"/>
                    <a:pt x="266444" y="110713"/>
                    <a:pt x="262761" y="107030"/>
                  </a:cubicBezTo>
                  <a:lnTo>
                    <a:pt x="158368" y="2762"/>
                  </a:lnTo>
                  <a:cubicBezTo>
                    <a:pt x="154685" y="-921"/>
                    <a:pt x="148589" y="-921"/>
                    <a:pt x="145033" y="2762"/>
                  </a:cubicBezTo>
                  <a:cubicBezTo>
                    <a:pt x="141477" y="6445"/>
                    <a:pt x="141350" y="12541"/>
                    <a:pt x="145033" y="16224"/>
                  </a:cubicBezTo>
                  <a:lnTo>
                    <a:pt x="233170" y="104363"/>
                  </a:lnTo>
                  <a:lnTo>
                    <a:pt x="9525" y="104363"/>
                  </a:lnTo>
                  <a:cubicBezTo>
                    <a:pt x="4318" y="104363"/>
                    <a:pt x="0" y="108681"/>
                    <a:pt x="0" y="113888"/>
                  </a:cubicBezTo>
                  <a:cubicBezTo>
                    <a:pt x="0" y="119095"/>
                    <a:pt x="4318" y="123414"/>
                    <a:pt x="9525" y="123414"/>
                  </a:cubicBezTo>
                  <a:lnTo>
                    <a:pt x="233170" y="123414"/>
                  </a:lnTo>
                  <a:lnTo>
                    <a:pt x="145033" y="211553"/>
                  </a:lnTo>
                  <a:cubicBezTo>
                    <a:pt x="141350" y="215236"/>
                    <a:pt x="141350" y="221332"/>
                    <a:pt x="145033" y="224888"/>
                  </a:cubicBezTo>
                  <a:cubicBezTo>
                    <a:pt x="148716" y="228444"/>
                    <a:pt x="154812" y="228571"/>
                    <a:pt x="158368" y="224888"/>
                  </a:cubicBezTo>
                  <a:lnTo>
                    <a:pt x="262634" y="120620"/>
                  </a:lnTo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58142" y="5284811"/>
            <a:ext cx="265509" cy="227543"/>
            <a:chOff x="0" y="0"/>
            <a:chExt cx="265519" cy="2275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32"/>
              <a:ext cx="265532" cy="227603"/>
            </a:xfrm>
            <a:custGeom>
              <a:avLst/>
              <a:gdLst/>
              <a:ahLst/>
              <a:cxnLst/>
              <a:rect r="r" b="b" t="t" l="l"/>
              <a:pathLst>
                <a:path h="227603" w="265532">
                  <a:moveTo>
                    <a:pt x="262769" y="120492"/>
                  </a:moveTo>
                  <a:cubicBezTo>
                    <a:pt x="266452" y="116809"/>
                    <a:pt x="266452" y="110713"/>
                    <a:pt x="262769" y="107030"/>
                  </a:cubicBezTo>
                  <a:lnTo>
                    <a:pt x="158500" y="2762"/>
                  </a:lnTo>
                  <a:cubicBezTo>
                    <a:pt x="154817" y="-921"/>
                    <a:pt x="148848" y="-921"/>
                    <a:pt x="145164" y="2762"/>
                  </a:cubicBezTo>
                  <a:cubicBezTo>
                    <a:pt x="141481" y="6445"/>
                    <a:pt x="141481" y="12541"/>
                    <a:pt x="145164" y="16224"/>
                  </a:cubicBezTo>
                  <a:lnTo>
                    <a:pt x="233305" y="104363"/>
                  </a:lnTo>
                  <a:lnTo>
                    <a:pt x="9525" y="104363"/>
                  </a:lnTo>
                  <a:cubicBezTo>
                    <a:pt x="4318" y="104363"/>
                    <a:pt x="0" y="108681"/>
                    <a:pt x="0" y="113888"/>
                  </a:cubicBezTo>
                  <a:cubicBezTo>
                    <a:pt x="0" y="119095"/>
                    <a:pt x="4318" y="123414"/>
                    <a:pt x="9525" y="123414"/>
                  </a:cubicBezTo>
                  <a:lnTo>
                    <a:pt x="233178" y="123414"/>
                  </a:lnTo>
                  <a:lnTo>
                    <a:pt x="145037" y="211553"/>
                  </a:lnTo>
                  <a:cubicBezTo>
                    <a:pt x="141354" y="215236"/>
                    <a:pt x="141354" y="221332"/>
                    <a:pt x="145037" y="224888"/>
                  </a:cubicBezTo>
                  <a:cubicBezTo>
                    <a:pt x="148721" y="228444"/>
                    <a:pt x="154817" y="228571"/>
                    <a:pt x="158373" y="224888"/>
                  </a:cubicBezTo>
                  <a:lnTo>
                    <a:pt x="262642" y="120620"/>
                  </a:lnTo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42197" y="2457345"/>
            <a:ext cx="2908297" cy="1174747"/>
            <a:chOff x="0" y="0"/>
            <a:chExt cx="2908300" cy="1174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228852" cy="238252"/>
            </a:xfrm>
            <a:custGeom>
              <a:avLst/>
              <a:gdLst/>
              <a:ahLst/>
              <a:cxnLst/>
              <a:rect r="r" b="b" t="t" l="l"/>
              <a:pathLst>
                <a:path h="238252" w="1228852">
                  <a:moveTo>
                    <a:pt x="0" y="216027"/>
                  </a:moveTo>
                  <a:lnTo>
                    <a:pt x="0" y="22098"/>
                  </a:lnTo>
                  <a:cubicBezTo>
                    <a:pt x="0" y="19177"/>
                    <a:pt x="508" y="16383"/>
                    <a:pt x="1651" y="13589"/>
                  </a:cubicBezTo>
                  <a:cubicBezTo>
                    <a:pt x="2794" y="10795"/>
                    <a:pt x="4445" y="8509"/>
                    <a:pt x="6477" y="6350"/>
                  </a:cubicBezTo>
                  <a:cubicBezTo>
                    <a:pt x="8509" y="4191"/>
                    <a:pt x="10922" y="2667"/>
                    <a:pt x="13716" y="1524"/>
                  </a:cubicBezTo>
                  <a:cubicBezTo>
                    <a:pt x="16510" y="381"/>
                    <a:pt x="19177" y="0"/>
                    <a:pt x="22098" y="0"/>
                  </a:cubicBezTo>
                  <a:lnTo>
                    <a:pt x="1206627" y="0"/>
                  </a:lnTo>
                  <a:cubicBezTo>
                    <a:pt x="1209548" y="0"/>
                    <a:pt x="1212342" y="508"/>
                    <a:pt x="1215136" y="1651"/>
                  </a:cubicBezTo>
                  <a:cubicBezTo>
                    <a:pt x="1217930" y="2794"/>
                    <a:pt x="1220216" y="4318"/>
                    <a:pt x="1222375" y="6477"/>
                  </a:cubicBezTo>
                  <a:cubicBezTo>
                    <a:pt x="1224534" y="8636"/>
                    <a:pt x="1226058" y="10922"/>
                    <a:pt x="1227201" y="13716"/>
                  </a:cubicBezTo>
                  <a:cubicBezTo>
                    <a:pt x="1228344" y="16510"/>
                    <a:pt x="1228852" y="19304"/>
                    <a:pt x="1228852" y="22225"/>
                  </a:cubicBezTo>
                  <a:lnTo>
                    <a:pt x="1228852" y="216027"/>
                  </a:lnTo>
                  <a:cubicBezTo>
                    <a:pt x="1228852" y="218948"/>
                    <a:pt x="1228344" y="221742"/>
                    <a:pt x="1227201" y="224536"/>
                  </a:cubicBezTo>
                  <a:cubicBezTo>
                    <a:pt x="1226058" y="227330"/>
                    <a:pt x="1224534" y="229616"/>
                    <a:pt x="1222375" y="231775"/>
                  </a:cubicBezTo>
                  <a:cubicBezTo>
                    <a:pt x="1220216" y="233934"/>
                    <a:pt x="1217930" y="235458"/>
                    <a:pt x="1215136" y="236601"/>
                  </a:cubicBezTo>
                  <a:cubicBezTo>
                    <a:pt x="1212342" y="237744"/>
                    <a:pt x="1209675" y="238252"/>
                    <a:pt x="1206627" y="238252"/>
                  </a:cubicBezTo>
                  <a:lnTo>
                    <a:pt x="22098" y="238252"/>
                  </a:lnTo>
                  <a:cubicBezTo>
                    <a:pt x="19177" y="238252"/>
                    <a:pt x="16383" y="237744"/>
                    <a:pt x="13589" y="236601"/>
                  </a:cubicBezTo>
                  <a:cubicBezTo>
                    <a:pt x="10795" y="235458"/>
                    <a:pt x="8509" y="233934"/>
                    <a:pt x="6350" y="231775"/>
                  </a:cubicBezTo>
                  <a:cubicBezTo>
                    <a:pt x="4191" y="229616"/>
                    <a:pt x="2667" y="227330"/>
                    <a:pt x="1524" y="224536"/>
                  </a:cubicBezTo>
                  <a:cubicBezTo>
                    <a:pt x="381" y="221742"/>
                    <a:pt x="0" y="218948"/>
                    <a:pt x="0" y="216027"/>
                  </a:cubicBezTo>
                </a:path>
              </a:pathLst>
            </a:custGeom>
            <a:solidFill>
              <a:srgbClr val="17152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330073"/>
              <a:ext cx="1552702" cy="238379"/>
            </a:xfrm>
            <a:custGeom>
              <a:avLst/>
              <a:gdLst/>
              <a:ahLst/>
              <a:cxnLst/>
              <a:rect r="r" b="b" t="t" l="l"/>
              <a:pathLst>
                <a:path h="238379" w="1552702">
                  <a:moveTo>
                    <a:pt x="0" y="216154"/>
                  </a:moveTo>
                  <a:lnTo>
                    <a:pt x="0" y="22225"/>
                  </a:lnTo>
                  <a:cubicBezTo>
                    <a:pt x="0" y="19304"/>
                    <a:pt x="508" y="16510"/>
                    <a:pt x="1651" y="13716"/>
                  </a:cubicBezTo>
                  <a:cubicBezTo>
                    <a:pt x="2794" y="10922"/>
                    <a:pt x="4445" y="8636"/>
                    <a:pt x="6477" y="6477"/>
                  </a:cubicBezTo>
                  <a:cubicBezTo>
                    <a:pt x="8509" y="4318"/>
                    <a:pt x="10922" y="2794"/>
                    <a:pt x="13716" y="1651"/>
                  </a:cubicBezTo>
                  <a:cubicBezTo>
                    <a:pt x="16510" y="508"/>
                    <a:pt x="19304" y="0"/>
                    <a:pt x="22225" y="0"/>
                  </a:cubicBezTo>
                  <a:lnTo>
                    <a:pt x="1530477" y="0"/>
                  </a:lnTo>
                  <a:cubicBezTo>
                    <a:pt x="1533398" y="0"/>
                    <a:pt x="1536192" y="508"/>
                    <a:pt x="1538986" y="1651"/>
                  </a:cubicBezTo>
                  <a:cubicBezTo>
                    <a:pt x="1541780" y="2794"/>
                    <a:pt x="1544066" y="4318"/>
                    <a:pt x="1546225" y="6477"/>
                  </a:cubicBezTo>
                  <a:cubicBezTo>
                    <a:pt x="1548384" y="8636"/>
                    <a:pt x="1549908" y="10922"/>
                    <a:pt x="1551051" y="13716"/>
                  </a:cubicBezTo>
                  <a:cubicBezTo>
                    <a:pt x="1552194" y="16510"/>
                    <a:pt x="1552702" y="19304"/>
                    <a:pt x="1552702" y="22225"/>
                  </a:cubicBezTo>
                  <a:lnTo>
                    <a:pt x="1552702" y="216154"/>
                  </a:lnTo>
                  <a:cubicBezTo>
                    <a:pt x="1552702" y="219075"/>
                    <a:pt x="1552194" y="221869"/>
                    <a:pt x="1551051" y="224663"/>
                  </a:cubicBezTo>
                  <a:cubicBezTo>
                    <a:pt x="1549908" y="227457"/>
                    <a:pt x="1548384" y="229743"/>
                    <a:pt x="1546225" y="231902"/>
                  </a:cubicBezTo>
                  <a:cubicBezTo>
                    <a:pt x="1544066" y="234061"/>
                    <a:pt x="1541780" y="235585"/>
                    <a:pt x="1538986" y="236728"/>
                  </a:cubicBezTo>
                  <a:cubicBezTo>
                    <a:pt x="1536192" y="237871"/>
                    <a:pt x="1533525" y="238379"/>
                    <a:pt x="1530477" y="238379"/>
                  </a:cubicBezTo>
                  <a:lnTo>
                    <a:pt x="22098" y="238379"/>
                  </a:lnTo>
                  <a:cubicBezTo>
                    <a:pt x="19177" y="238379"/>
                    <a:pt x="16383" y="237871"/>
                    <a:pt x="13589" y="236728"/>
                  </a:cubicBezTo>
                  <a:cubicBezTo>
                    <a:pt x="10795" y="235585"/>
                    <a:pt x="8509" y="234061"/>
                    <a:pt x="6350" y="231902"/>
                  </a:cubicBezTo>
                  <a:cubicBezTo>
                    <a:pt x="4191" y="229743"/>
                    <a:pt x="2667" y="227457"/>
                    <a:pt x="1524" y="224663"/>
                  </a:cubicBezTo>
                  <a:cubicBezTo>
                    <a:pt x="381" y="221869"/>
                    <a:pt x="0" y="219075"/>
                    <a:pt x="0" y="216154"/>
                  </a:cubicBezTo>
                </a:path>
              </a:pathLst>
            </a:custGeom>
            <a:solidFill>
              <a:srgbClr val="17152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596773"/>
              <a:ext cx="2781427" cy="238379"/>
            </a:xfrm>
            <a:custGeom>
              <a:avLst/>
              <a:gdLst/>
              <a:ahLst/>
              <a:cxnLst/>
              <a:rect r="r" b="b" t="t" l="l"/>
              <a:pathLst>
                <a:path h="238379" w="2781427">
                  <a:moveTo>
                    <a:pt x="0" y="216154"/>
                  </a:moveTo>
                  <a:lnTo>
                    <a:pt x="0" y="22225"/>
                  </a:lnTo>
                  <a:cubicBezTo>
                    <a:pt x="0" y="19304"/>
                    <a:pt x="508" y="16510"/>
                    <a:pt x="1651" y="13716"/>
                  </a:cubicBezTo>
                  <a:cubicBezTo>
                    <a:pt x="2794" y="10922"/>
                    <a:pt x="4445" y="8636"/>
                    <a:pt x="6477" y="6477"/>
                  </a:cubicBezTo>
                  <a:cubicBezTo>
                    <a:pt x="8509" y="4318"/>
                    <a:pt x="10922" y="2794"/>
                    <a:pt x="13716" y="1651"/>
                  </a:cubicBezTo>
                  <a:cubicBezTo>
                    <a:pt x="16510" y="508"/>
                    <a:pt x="19304" y="0"/>
                    <a:pt x="22225" y="0"/>
                  </a:cubicBezTo>
                  <a:lnTo>
                    <a:pt x="2759202" y="0"/>
                  </a:lnTo>
                  <a:cubicBezTo>
                    <a:pt x="2762123" y="0"/>
                    <a:pt x="2764917" y="508"/>
                    <a:pt x="2767711" y="1651"/>
                  </a:cubicBezTo>
                  <a:cubicBezTo>
                    <a:pt x="2770505" y="2794"/>
                    <a:pt x="2772791" y="4318"/>
                    <a:pt x="2774950" y="6477"/>
                  </a:cubicBezTo>
                  <a:cubicBezTo>
                    <a:pt x="2777109" y="8636"/>
                    <a:pt x="2778633" y="10922"/>
                    <a:pt x="2779776" y="13716"/>
                  </a:cubicBezTo>
                  <a:cubicBezTo>
                    <a:pt x="2780919" y="16510"/>
                    <a:pt x="2781427" y="19304"/>
                    <a:pt x="2781427" y="22225"/>
                  </a:cubicBezTo>
                  <a:lnTo>
                    <a:pt x="2781427" y="216154"/>
                  </a:lnTo>
                  <a:cubicBezTo>
                    <a:pt x="2781427" y="219075"/>
                    <a:pt x="2780919" y="221869"/>
                    <a:pt x="2779776" y="224663"/>
                  </a:cubicBezTo>
                  <a:cubicBezTo>
                    <a:pt x="2778633" y="227457"/>
                    <a:pt x="2777109" y="229743"/>
                    <a:pt x="2774950" y="231902"/>
                  </a:cubicBezTo>
                  <a:cubicBezTo>
                    <a:pt x="2772791" y="234061"/>
                    <a:pt x="2770505" y="235585"/>
                    <a:pt x="2767711" y="236728"/>
                  </a:cubicBezTo>
                  <a:cubicBezTo>
                    <a:pt x="2764917" y="237871"/>
                    <a:pt x="2762250" y="238379"/>
                    <a:pt x="2759202" y="238379"/>
                  </a:cubicBezTo>
                  <a:lnTo>
                    <a:pt x="22098" y="238379"/>
                  </a:lnTo>
                  <a:cubicBezTo>
                    <a:pt x="19177" y="238379"/>
                    <a:pt x="16383" y="237871"/>
                    <a:pt x="13589" y="236728"/>
                  </a:cubicBezTo>
                  <a:cubicBezTo>
                    <a:pt x="10795" y="235585"/>
                    <a:pt x="8509" y="234061"/>
                    <a:pt x="6350" y="231902"/>
                  </a:cubicBezTo>
                  <a:cubicBezTo>
                    <a:pt x="4191" y="229743"/>
                    <a:pt x="2667" y="227457"/>
                    <a:pt x="1524" y="224663"/>
                  </a:cubicBezTo>
                  <a:cubicBezTo>
                    <a:pt x="381" y="221869"/>
                    <a:pt x="0" y="219075"/>
                    <a:pt x="0" y="216154"/>
                  </a:cubicBezTo>
                </a:path>
              </a:pathLst>
            </a:custGeom>
            <a:solidFill>
              <a:srgbClr val="17152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872998"/>
              <a:ext cx="571627" cy="238379"/>
            </a:xfrm>
            <a:custGeom>
              <a:avLst/>
              <a:gdLst/>
              <a:ahLst/>
              <a:cxnLst/>
              <a:rect r="r" b="b" t="t" l="l"/>
              <a:pathLst>
                <a:path h="238379" w="571627">
                  <a:moveTo>
                    <a:pt x="0" y="216154"/>
                  </a:moveTo>
                  <a:lnTo>
                    <a:pt x="0" y="22225"/>
                  </a:lnTo>
                  <a:cubicBezTo>
                    <a:pt x="0" y="19304"/>
                    <a:pt x="508" y="16510"/>
                    <a:pt x="1651" y="13716"/>
                  </a:cubicBezTo>
                  <a:cubicBezTo>
                    <a:pt x="2794" y="10922"/>
                    <a:pt x="4445" y="8636"/>
                    <a:pt x="6477" y="6477"/>
                  </a:cubicBezTo>
                  <a:cubicBezTo>
                    <a:pt x="8509" y="4318"/>
                    <a:pt x="10922" y="2794"/>
                    <a:pt x="13716" y="1651"/>
                  </a:cubicBezTo>
                  <a:cubicBezTo>
                    <a:pt x="16510" y="508"/>
                    <a:pt x="19304" y="0"/>
                    <a:pt x="22225" y="0"/>
                  </a:cubicBezTo>
                  <a:lnTo>
                    <a:pt x="549402" y="0"/>
                  </a:lnTo>
                  <a:cubicBezTo>
                    <a:pt x="552323" y="0"/>
                    <a:pt x="555117" y="508"/>
                    <a:pt x="557911" y="1651"/>
                  </a:cubicBezTo>
                  <a:cubicBezTo>
                    <a:pt x="560705" y="2794"/>
                    <a:pt x="562991" y="4318"/>
                    <a:pt x="565150" y="6477"/>
                  </a:cubicBezTo>
                  <a:cubicBezTo>
                    <a:pt x="567309" y="8636"/>
                    <a:pt x="568833" y="10922"/>
                    <a:pt x="569976" y="13716"/>
                  </a:cubicBezTo>
                  <a:cubicBezTo>
                    <a:pt x="571119" y="16510"/>
                    <a:pt x="571627" y="19304"/>
                    <a:pt x="571627" y="22225"/>
                  </a:cubicBezTo>
                  <a:lnTo>
                    <a:pt x="571627" y="216154"/>
                  </a:lnTo>
                  <a:cubicBezTo>
                    <a:pt x="571627" y="219075"/>
                    <a:pt x="571119" y="221869"/>
                    <a:pt x="569976" y="224663"/>
                  </a:cubicBezTo>
                  <a:cubicBezTo>
                    <a:pt x="568833" y="227457"/>
                    <a:pt x="567309" y="229743"/>
                    <a:pt x="565150" y="231902"/>
                  </a:cubicBezTo>
                  <a:cubicBezTo>
                    <a:pt x="562991" y="234061"/>
                    <a:pt x="560705" y="235585"/>
                    <a:pt x="557911" y="236728"/>
                  </a:cubicBezTo>
                  <a:cubicBezTo>
                    <a:pt x="555117" y="237871"/>
                    <a:pt x="552450" y="238379"/>
                    <a:pt x="549402" y="238379"/>
                  </a:cubicBezTo>
                  <a:lnTo>
                    <a:pt x="22098" y="238379"/>
                  </a:lnTo>
                  <a:cubicBezTo>
                    <a:pt x="19177" y="238379"/>
                    <a:pt x="16383" y="237871"/>
                    <a:pt x="13589" y="236728"/>
                  </a:cubicBezTo>
                  <a:cubicBezTo>
                    <a:pt x="10795" y="235585"/>
                    <a:pt x="8509" y="234061"/>
                    <a:pt x="6350" y="231902"/>
                  </a:cubicBezTo>
                  <a:cubicBezTo>
                    <a:pt x="4191" y="229743"/>
                    <a:pt x="2667" y="227457"/>
                    <a:pt x="1524" y="224663"/>
                  </a:cubicBezTo>
                  <a:cubicBezTo>
                    <a:pt x="381" y="221869"/>
                    <a:pt x="0" y="219075"/>
                    <a:pt x="0" y="216154"/>
                  </a:cubicBezTo>
                </a:path>
              </a:pathLst>
            </a:custGeom>
            <a:solidFill>
              <a:srgbClr val="17152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41013" y="5190526"/>
            <a:ext cx="307905" cy="263876"/>
            <a:chOff x="0" y="0"/>
            <a:chExt cx="265519" cy="2275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32"/>
              <a:ext cx="265531" cy="227603"/>
            </a:xfrm>
            <a:custGeom>
              <a:avLst/>
              <a:gdLst/>
              <a:ahLst/>
              <a:cxnLst/>
              <a:rect r="r" b="b" t="t" l="l"/>
              <a:pathLst>
                <a:path h="227603" w="265531">
                  <a:moveTo>
                    <a:pt x="262769" y="120492"/>
                  </a:moveTo>
                  <a:cubicBezTo>
                    <a:pt x="266452" y="116809"/>
                    <a:pt x="266452" y="110713"/>
                    <a:pt x="262769" y="107030"/>
                  </a:cubicBezTo>
                  <a:lnTo>
                    <a:pt x="158500" y="2762"/>
                  </a:lnTo>
                  <a:cubicBezTo>
                    <a:pt x="154817" y="-921"/>
                    <a:pt x="148720" y="-921"/>
                    <a:pt x="145164" y="2762"/>
                  </a:cubicBezTo>
                  <a:cubicBezTo>
                    <a:pt x="141608" y="6445"/>
                    <a:pt x="141481" y="12541"/>
                    <a:pt x="145164" y="16224"/>
                  </a:cubicBezTo>
                  <a:lnTo>
                    <a:pt x="233304" y="104363"/>
                  </a:lnTo>
                  <a:lnTo>
                    <a:pt x="9525" y="104363"/>
                  </a:lnTo>
                  <a:cubicBezTo>
                    <a:pt x="4318" y="104363"/>
                    <a:pt x="0" y="108681"/>
                    <a:pt x="0" y="113888"/>
                  </a:cubicBezTo>
                  <a:cubicBezTo>
                    <a:pt x="0" y="119095"/>
                    <a:pt x="4318" y="123414"/>
                    <a:pt x="9525" y="123414"/>
                  </a:cubicBezTo>
                  <a:lnTo>
                    <a:pt x="233177" y="123414"/>
                  </a:lnTo>
                  <a:lnTo>
                    <a:pt x="145037" y="211553"/>
                  </a:lnTo>
                  <a:cubicBezTo>
                    <a:pt x="141354" y="215236"/>
                    <a:pt x="141354" y="221332"/>
                    <a:pt x="145037" y="224888"/>
                  </a:cubicBezTo>
                  <a:cubicBezTo>
                    <a:pt x="148721" y="228444"/>
                    <a:pt x="154817" y="228571"/>
                    <a:pt x="158373" y="224888"/>
                  </a:cubicBezTo>
                  <a:lnTo>
                    <a:pt x="262642" y="120620"/>
                  </a:lnTo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29009" y="2282191"/>
            <a:ext cx="3734673" cy="1568942"/>
            <a:chOff x="0" y="0"/>
            <a:chExt cx="1571386" cy="6601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1386" cy="660141"/>
            </a:xfrm>
            <a:custGeom>
              <a:avLst/>
              <a:gdLst/>
              <a:ahLst/>
              <a:cxnLst/>
              <a:rect r="r" b="b" t="t" l="l"/>
              <a:pathLst>
                <a:path h="660141" w="1571386">
                  <a:moveTo>
                    <a:pt x="0" y="0"/>
                  </a:moveTo>
                  <a:lnTo>
                    <a:pt x="1571386" y="0"/>
                  </a:lnTo>
                  <a:lnTo>
                    <a:pt x="1571386" y="660141"/>
                  </a:lnTo>
                  <a:lnTo>
                    <a:pt x="0" y="660141"/>
                  </a:lnTo>
                  <a:close/>
                </a:path>
              </a:pathLst>
            </a:custGeom>
            <a:solidFill>
              <a:srgbClr val="16FFB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571386" cy="736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2"/>
                </a:lnSpc>
              </a:pPr>
            </a:p>
            <a:p>
              <a:pPr algn="ctr">
                <a:lnSpc>
                  <a:spcPts val="2452"/>
                </a:lnSpc>
              </a:pPr>
              <a:r>
                <a:rPr lang="en-US" sz="1500" u="sng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“This interaction demonstrates a successful deposit, reflecting the program's functionality.”</a:t>
              </a:r>
            </a:p>
            <a:p>
              <a:pPr algn="ctr">
                <a:lnSpc>
                  <a:spcPts val="245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8506" y="352491"/>
            <a:ext cx="3683867" cy="35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1"/>
              </a:lnSpc>
            </a:pPr>
            <a:r>
              <a:rPr lang="en-US" sz="4615" spc="27">
                <a:solidFill>
                  <a:srgbClr val="F0FCFF"/>
                </a:solidFill>
                <a:latin typeface="Yeseva One"/>
                <a:ea typeface="Yeseva One"/>
                <a:cs typeface="Yeseva One"/>
                <a:sym typeface="Yeseva One"/>
              </a:rPr>
              <a:t>Sample Output &amp; Conclusion</a:t>
            </a:r>
          </a:p>
          <a:p>
            <a:pPr algn="l">
              <a:lnSpc>
                <a:spcPts val="6192"/>
              </a:lnSpc>
            </a:pPr>
            <a:r>
              <a:rPr lang="en-US" sz="2864" spc="17">
                <a:solidFill>
                  <a:srgbClr val="F0FCFF"/>
                </a:solidFill>
                <a:latin typeface="Yeseva One"/>
                <a:ea typeface="Yeseva One"/>
                <a:cs typeface="Yeseva One"/>
                <a:sym typeface="Yeseva One"/>
              </a:rPr>
              <a:t>“</a:t>
            </a:r>
            <a:r>
              <a:rPr lang="en-US" sz="2864" spc="17">
                <a:solidFill>
                  <a:srgbClr val="F0FCFF"/>
                </a:solidFill>
                <a:latin typeface="Yeseva One"/>
                <a:ea typeface="Yeseva One"/>
                <a:cs typeface="Yeseva One"/>
                <a:sym typeface="Yeseva One"/>
              </a:rPr>
              <a:t>Sample Interaction”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75748" y="2357590"/>
            <a:ext cx="46930" cy="39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1393">
                <a:solidFill>
                  <a:srgbClr val="E0E4E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451" y="4809494"/>
            <a:ext cx="2182194" cy="38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8" spc="13">
                <a:solidFill>
                  <a:srgbClr val="091231"/>
                </a:solidFill>
                <a:latin typeface="Yeseva One"/>
                <a:ea typeface="Yeseva One"/>
                <a:cs typeface="Yeseva One"/>
                <a:sym typeface="Yeseva One"/>
              </a:rPr>
              <a:t>Conclusion 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3920" y="5250590"/>
            <a:ext cx="2499922" cy="80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Successfully implemented bank account simulation in C.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37952" y="5209494"/>
            <a:ext cx="1857013" cy="106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F5F5F6"/>
                </a:solidFill>
                <a:latin typeface="Yeseva One"/>
                <a:ea typeface="Yeseva One"/>
                <a:cs typeface="Yeseva One"/>
                <a:sym typeface="Yeseva One"/>
              </a:rPr>
              <a:t>Applied fundamental C programming concepts effectively.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714995" y="5209494"/>
            <a:ext cx="2687726" cy="80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Enhanced logical thinking through loops and conditional structures.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12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128" y="406758"/>
            <a:ext cx="3547239" cy="2621448"/>
          </a:xfrm>
          <a:custGeom>
            <a:avLst/>
            <a:gdLst/>
            <a:ahLst/>
            <a:cxnLst/>
            <a:rect r="r" b="b" t="t" l="l"/>
            <a:pathLst>
              <a:path h="2621448" w="3547239">
                <a:moveTo>
                  <a:pt x="0" y="0"/>
                </a:moveTo>
                <a:lnTo>
                  <a:pt x="3547239" y="0"/>
                </a:lnTo>
                <a:lnTo>
                  <a:pt x="3547239" y="2621449"/>
                </a:lnTo>
                <a:lnTo>
                  <a:pt x="0" y="2621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31229" y="1949655"/>
            <a:ext cx="3720052" cy="3085793"/>
          </a:xfrm>
          <a:custGeom>
            <a:avLst/>
            <a:gdLst/>
            <a:ahLst/>
            <a:cxnLst/>
            <a:rect r="r" b="b" t="t" l="l"/>
            <a:pathLst>
              <a:path h="3085793" w="3720052">
                <a:moveTo>
                  <a:pt x="0" y="0"/>
                </a:moveTo>
                <a:lnTo>
                  <a:pt x="3720053" y="0"/>
                </a:lnTo>
                <a:lnTo>
                  <a:pt x="3720053" y="3085792"/>
                </a:lnTo>
                <a:lnTo>
                  <a:pt x="0" y="3085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93" r="0" b="-179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073" y="1949655"/>
            <a:ext cx="2619853" cy="3158956"/>
          </a:xfrm>
          <a:custGeom>
            <a:avLst/>
            <a:gdLst/>
            <a:ahLst/>
            <a:cxnLst/>
            <a:rect r="r" b="b" t="t" l="l"/>
            <a:pathLst>
              <a:path h="3158956" w="2619853">
                <a:moveTo>
                  <a:pt x="0" y="0"/>
                </a:moveTo>
                <a:lnTo>
                  <a:pt x="2619854" y="0"/>
                </a:lnTo>
                <a:lnTo>
                  <a:pt x="2619854" y="3158956"/>
                </a:lnTo>
                <a:lnTo>
                  <a:pt x="0" y="315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128" y="3263363"/>
            <a:ext cx="3973496" cy="3266500"/>
          </a:xfrm>
          <a:custGeom>
            <a:avLst/>
            <a:gdLst/>
            <a:ahLst/>
            <a:cxnLst/>
            <a:rect r="r" b="b" t="t" l="l"/>
            <a:pathLst>
              <a:path h="3266500" w="3973496">
                <a:moveTo>
                  <a:pt x="0" y="0"/>
                </a:moveTo>
                <a:lnTo>
                  <a:pt x="3973496" y="0"/>
                </a:lnTo>
                <a:lnTo>
                  <a:pt x="3973496" y="3266500"/>
                </a:lnTo>
                <a:lnTo>
                  <a:pt x="0" y="3266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66598" y="524000"/>
            <a:ext cx="2764631" cy="64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3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OUTPUT :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12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68321" y="484662"/>
            <a:ext cx="3360375" cy="6015777"/>
          </a:xfrm>
          <a:custGeom>
            <a:avLst/>
            <a:gdLst/>
            <a:ahLst/>
            <a:cxnLst/>
            <a:rect r="r" b="b" t="t" l="l"/>
            <a:pathLst>
              <a:path h="6015777" w="3360375">
                <a:moveTo>
                  <a:pt x="0" y="0"/>
                </a:moveTo>
                <a:lnTo>
                  <a:pt x="3360375" y="0"/>
                </a:lnTo>
                <a:lnTo>
                  <a:pt x="3360375" y="6015777"/>
                </a:lnTo>
                <a:lnTo>
                  <a:pt x="0" y="6015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1023" y="1174126"/>
            <a:ext cx="1866994" cy="4894106"/>
            <a:chOff x="0" y="0"/>
            <a:chExt cx="2489325" cy="652547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79952" y="-171450"/>
              <a:ext cx="1409373" cy="6353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P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O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T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E</a:t>
              </a:r>
            </a:p>
            <a:p>
              <a:pPr algn="ctr">
                <a:lnSpc>
                  <a:spcPts val="632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R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39976" y="-26922"/>
              <a:ext cx="1409373" cy="6353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36863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P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36863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O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36863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S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36863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T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36863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E</a:t>
              </a:r>
            </a:p>
            <a:p>
              <a:pPr algn="ctr">
                <a:lnSpc>
                  <a:spcPts val="632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FFFFFF">
                      <a:alpha val="36863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R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560"/>
              <a:ext cx="1409373" cy="6353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21961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P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21961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O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21961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S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21961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T</a:t>
              </a:r>
            </a:p>
            <a:p>
              <a:pPr algn="ctr">
                <a:lnSpc>
                  <a:spcPts val="6329"/>
                </a:lnSpc>
              </a:pPr>
              <a:r>
                <a:rPr lang="en-US" sz="4199">
                  <a:solidFill>
                    <a:srgbClr val="FFFFFF">
                      <a:alpha val="21961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E</a:t>
              </a:r>
            </a:p>
            <a:p>
              <a:pPr algn="ctr">
                <a:lnSpc>
                  <a:spcPts val="632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FFFFFF">
                      <a:alpha val="21961"/>
                    </a:srgbClr>
                  </a:solidFill>
                  <a:latin typeface="Horizon"/>
                  <a:ea typeface="Horizon"/>
                  <a:cs typeface="Horizon"/>
                  <a:sym typeface="Horizon"/>
                </a:rPr>
                <a:t>R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73206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778503" y="-5496030"/>
            <a:ext cx="22986997" cy="17986372"/>
            <a:chOff x="0" y="0"/>
            <a:chExt cx="22987000" cy="179863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778500" y="5778500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4"/>
                  </a:moveTo>
                  <a:lnTo>
                    <a:pt x="11430000" y="6429374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22860000" cy="17859375"/>
            </a:xfrm>
            <a:custGeom>
              <a:avLst/>
              <a:gdLst/>
              <a:ahLst/>
              <a:cxnLst/>
              <a:rect r="r" b="b" t="t" l="l"/>
              <a:pathLst>
                <a:path h="17859375" w="22860000">
                  <a:moveTo>
                    <a:pt x="2857500" y="12144374"/>
                  </a:moveTo>
                  <a:lnTo>
                    <a:pt x="20002500" y="12144374"/>
                  </a:lnTo>
                  <a:lnTo>
                    <a:pt x="20002500" y="15001875"/>
                  </a:lnTo>
                  <a:lnTo>
                    <a:pt x="17145000" y="15001875"/>
                  </a:lnTo>
                  <a:lnTo>
                    <a:pt x="17145000" y="2857500"/>
                  </a:lnTo>
                  <a:lnTo>
                    <a:pt x="20002500" y="2857500"/>
                  </a:lnTo>
                  <a:lnTo>
                    <a:pt x="20002500" y="5715000"/>
                  </a:lnTo>
                  <a:lnTo>
                    <a:pt x="2857500" y="5715000"/>
                  </a:lnTo>
                  <a:lnTo>
                    <a:pt x="2857500" y="2857500"/>
                  </a:lnTo>
                  <a:lnTo>
                    <a:pt x="5715000" y="2857500"/>
                  </a:lnTo>
                  <a:lnTo>
                    <a:pt x="5715000" y="15001875"/>
                  </a:lnTo>
                  <a:lnTo>
                    <a:pt x="2857500" y="15001875"/>
                  </a:lnTo>
                  <a:lnTo>
                    <a:pt x="2857500" y="12144374"/>
                  </a:lnTo>
                  <a:moveTo>
                    <a:pt x="2857500" y="17859375"/>
                  </a:moveTo>
                  <a:lnTo>
                    <a:pt x="0" y="17859375"/>
                  </a:lnTo>
                  <a:lnTo>
                    <a:pt x="0" y="15001875"/>
                  </a:lnTo>
                  <a:lnTo>
                    <a:pt x="0" y="2857500"/>
                  </a:lnTo>
                  <a:lnTo>
                    <a:pt x="0" y="0"/>
                  </a:lnTo>
                  <a:lnTo>
                    <a:pt x="2857500" y="0"/>
                  </a:lnTo>
                  <a:lnTo>
                    <a:pt x="20002500" y="0"/>
                  </a:lnTo>
                  <a:lnTo>
                    <a:pt x="22860000" y="0"/>
                  </a:lnTo>
                  <a:lnTo>
                    <a:pt x="22860000" y="2857500"/>
                  </a:lnTo>
                  <a:lnTo>
                    <a:pt x="22860000" y="15001875"/>
                  </a:lnTo>
                  <a:lnTo>
                    <a:pt x="22860000" y="17859375"/>
                  </a:lnTo>
                  <a:lnTo>
                    <a:pt x="20002500" y="17859375"/>
                  </a:lnTo>
                  <a:lnTo>
                    <a:pt x="2857500" y="178593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282473"/>
            <a:ext cx="4286250" cy="6429375"/>
            <a:chOff x="0" y="0"/>
            <a:chExt cx="5715000" cy="8572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2" t="0" r="-6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08547" y="4792523"/>
            <a:ext cx="5899147" cy="165097"/>
            <a:chOff x="0" y="0"/>
            <a:chExt cx="5899150" cy="165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5772150" cy="38100"/>
            </a:xfrm>
            <a:custGeom>
              <a:avLst/>
              <a:gdLst/>
              <a:ahLst/>
              <a:cxnLst/>
              <a:rect r="r" b="b" t="t" l="l"/>
              <a:pathLst>
                <a:path h="38100" w="5772150">
                  <a:moveTo>
                    <a:pt x="0" y="38100"/>
                  </a:moveTo>
                  <a:lnTo>
                    <a:pt x="5772150" y="38100"/>
                  </a:lnTo>
                  <a:lnTo>
                    <a:pt x="5772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4E6">
                <a:alpha val="25098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92075"/>
              <a:ext cx="5772150" cy="9525"/>
            </a:xfrm>
            <a:custGeom>
              <a:avLst/>
              <a:gdLst/>
              <a:ahLst/>
              <a:cxnLst/>
              <a:rect r="r" b="b" t="t" l="l"/>
              <a:pathLst>
                <a:path h="9525" w="5772150">
                  <a:moveTo>
                    <a:pt x="0" y="9525"/>
                  </a:moveTo>
                  <a:lnTo>
                    <a:pt x="5772150" y="9525"/>
                  </a:lnTo>
                  <a:lnTo>
                    <a:pt x="5772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424010" y="2302109"/>
            <a:ext cx="6686678" cy="1761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6"/>
              </a:lnSpc>
            </a:pPr>
            <a:r>
              <a:rPr lang="en-US" sz="10354" spc="51">
                <a:solidFill>
                  <a:srgbClr val="16FFBB"/>
                </a:solidFill>
                <a:latin typeface="Brittany"/>
                <a:ea typeface="Brittany"/>
                <a:cs typeface="Brittany"/>
                <a:sym typeface="Brittany"/>
              </a:rPr>
              <a:t>Thank You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DAHBljc8cyc</dc:identifier>
  <dcterms:modified xsi:type="dcterms:W3CDTF">2011-08-01T06:04:30Z</dcterms:modified>
  <cp:revision>1</cp:revision>
  <dc:title>Bank-Account-Simulation-Using-C.pdf</dc:title>
</cp:coreProperties>
</file>